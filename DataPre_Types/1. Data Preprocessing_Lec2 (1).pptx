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7950">
              <a:lnSpc>
                <a:spcPts val="1425"/>
              </a:lnSpc>
            </a:pPr>
            <a:fld id="{81D60167-4931-47E6-BA6A-407CBD079E47}" type="slidenum">
              <a:rPr spc="-50" dirty="0">
                <a:solidFill>
                  <a:srgbClr val="000000"/>
                </a:solidFill>
                <a:latin typeface="Arial MT"/>
                <a:cs typeface="Arial MT"/>
              </a:rPr>
              <a:t>‹#›</a:t>
            </a:fld>
            <a:endParaRPr spc="-50" dirty="0">
              <a:solidFill>
                <a:srgbClr val="000000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7950">
              <a:lnSpc>
                <a:spcPts val="1425"/>
              </a:lnSpc>
            </a:pPr>
            <a:fld id="{81D60167-4931-47E6-BA6A-407CBD079E47}" type="slidenum">
              <a:rPr spc="-50" dirty="0">
                <a:solidFill>
                  <a:srgbClr val="000000"/>
                </a:solidFill>
                <a:latin typeface="Arial MT"/>
                <a:cs typeface="Arial MT"/>
              </a:rPr>
              <a:t>‹#›</a:t>
            </a:fld>
            <a:endParaRPr spc="-50" dirty="0">
              <a:solidFill>
                <a:srgbClr val="000000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7950">
              <a:lnSpc>
                <a:spcPts val="1425"/>
              </a:lnSpc>
            </a:pPr>
            <a:fld id="{81D60167-4931-47E6-BA6A-407CBD079E47}" type="slidenum">
              <a:rPr spc="-50" dirty="0">
                <a:solidFill>
                  <a:srgbClr val="000000"/>
                </a:solidFill>
                <a:latin typeface="Arial MT"/>
                <a:cs typeface="Arial MT"/>
              </a:rPr>
              <a:t>‹#›</a:t>
            </a:fld>
            <a:endParaRPr spc="-50" dirty="0">
              <a:solidFill>
                <a:srgbClr val="000000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7950">
              <a:lnSpc>
                <a:spcPts val="1425"/>
              </a:lnSpc>
            </a:pPr>
            <a:fld id="{81D60167-4931-47E6-BA6A-407CBD079E47}" type="slidenum">
              <a:rPr spc="-50" dirty="0">
                <a:solidFill>
                  <a:srgbClr val="000000"/>
                </a:solidFill>
                <a:latin typeface="Arial MT"/>
                <a:cs typeface="Arial MT"/>
              </a:rPr>
              <a:t>‹#›</a:t>
            </a:fld>
            <a:endParaRPr spc="-50" dirty="0">
              <a:solidFill>
                <a:srgbClr val="000000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7950">
              <a:lnSpc>
                <a:spcPts val="1425"/>
              </a:lnSpc>
            </a:pPr>
            <a:fld id="{81D60167-4931-47E6-BA6A-407CBD079E47}" type="slidenum">
              <a:rPr spc="-50" dirty="0">
                <a:solidFill>
                  <a:srgbClr val="000000"/>
                </a:solidFill>
                <a:latin typeface="Arial MT"/>
                <a:cs typeface="Arial MT"/>
              </a:rPr>
              <a:t>‹#›</a:t>
            </a:fld>
            <a:endParaRPr spc="-50" dirty="0">
              <a:solidFill>
                <a:srgbClr val="000000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342" y="13004"/>
            <a:ext cx="780470" cy="7055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6038" y="17475"/>
            <a:ext cx="8171180" cy="12366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5440" y="1697253"/>
            <a:ext cx="8453119" cy="3226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1811" y="6446122"/>
            <a:ext cx="244475" cy="1968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07950">
              <a:lnSpc>
                <a:spcPts val="1425"/>
              </a:lnSpc>
            </a:pPr>
            <a:fld id="{81D60167-4931-47E6-BA6A-407CBD079E47}" type="slidenum">
              <a:rPr spc="-50" dirty="0">
                <a:solidFill>
                  <a:srgbClr val="000000"/>
                </a:solidFill>
                <a:latin typeface="Arial MT"/>
                <a:cs typeface="Arial MT"/>
              </a:rPr>
              <a:t>‹#›</a:t>
            </a:fld>
            <a:endParaRPr spc="-50" dirty="0">
              <a:solidFill>
                <a:srgbClr val="000000"/>
              </a:solidFill>
              <a:latin typeface="Arial MT"/>
              <a:cs typeface="Arial M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jp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jp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21.jpg"/><Relationship Id="rId7" Type="http://schemas.openxmlformats.org/officeDocument/2006/relationships/image" Target="../media/image2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3264" y="6053429"/>
            <a:ext cx="17526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 M R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42" y="13004"/>
            <a:ext cx="780470" cy="70551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34846" y="1932558"/>
            <a:ext cx="598932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latin typeface="Arial"/>
                <a:cs typeface="Arial"/>
              </a:rPr>
              <a:t>Data</a:t>
            </a:r>
            <a:r>
              <a:rPr sz="5000" spc="-35" dirty="0">
                <a:latin typeface="Arial"/>
                <a:cs typeface="Arial"/>
              </a:rPr>
              <a:t> </a:t>
            </a:r>
            <a:r>
              <a:rPr sz="5000" spc="-10" dirty="0">
                <a:latin typeface="Arial"/>
                <a:cs typeface="Arial"/>
              </a:rPr>
              <a:t>Preprocessing</a:t>
            </a:r>
            <a:endParaRPr sz="5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3264" y="6053429"/>
            <a:ext cx="17526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 M R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42" y="13004"/>
            <a:ext cx="780470" cy="70551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4451" rIns="0" bIns="0" rtlCol="0">
            <a:spAutoFit/>
          </a:bodyPr>
          <a:lstStyle/>
          <a:p>
            <a:pPr marL="129857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ARTIFICIAL</a:t>
            </a:r>
            <a:r>
              <a:rPr sz="3600" spc="-180" dirty="0"/>
              <a:t> </a:t>
            </a:r>
            <a:r>
              <a:rPr sz="3600" spc="-10" dirty="0"/>
              <a:t>INTELLIGENCE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799591" y="6300317"/>
            <a:ext cx="17094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Image</a:t>
            </a:r>
            <a:r>
              <a:rPr sz="1000" spc="-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source: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Google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images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04935" y="642711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7" name="object 7" descr="Kids in headphones young people listen music Vector Imag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583" y="1676400"/>
            <a:ext cx="2642616" cy="198120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178301" y="2198130"/>
            <a:ext cx="3644900" cy="3618865"/>
            <a:chOff x="3178301" y="2198130"/>
            <a:chExt cx="3644900" cy="3618865"/>
          </a:xfrm>
        </p:grpSpPr>
        <p:pic>
          <p:nvPicPr>
            <p:cNvPr id="9" name="object 9" descr="Snake Drawing - How To Draw A Snake Step By Step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58656" y="2198130"/>
              <a:ext cx="1464253" cy="1392372"/>
            </a:xfrm>
            <a:prstGeom prst="rect">
              <a:avLst/>
            </a:prstGeom>
          </p:spPr>
        </p:pic>
        <p:pic>
          <p:nvPicPr>
            <p:cNvPr id="10" name="object 10" descr="Geometric Form Robot Drawings - Lessons - Blendspace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9727" y="3999185"/>
              <a:ext cx="1575664" cy="181768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181476" y="2799333"/>
              <a:ext cx="2223135" cy="1837055"/>
            </a:xfrm>
            <a:custGeom>
              <a:avLst/>
              <a:gdLst/>
              <a:ahLst/>
              <a:cxnLst/>
              <a:rect l="l" t="t" r="r" b="b"/>
              <a:pathLst>
                <a:path w="2223135" h="1837054">
                  <a:moveTo>
                    <a:pt x="57785" y="667892"/>
                  </a:moveTo>
                  <a:lnTo>
                    <a:pt x="1799844" y="1689227"/>
                  </a:lnTo>
                  <a:lnTo>
                    <a:pt x="1828673" y="1639823"/>
                  </a:lnTo>
                  <a:lnTo>
                    <a:pt x="1869439" y="1796288"/>
                  </a:lnTo>
                  <a:lnTo>
                    <a:pt x="1713102" y="1837054"/>
                  </a:lnTo>
                  <a:lnTo>
                    <a:pt x="1741932" y="1787778"/>
                  </a:lnTo>
                  <a:lnTo>
                    <a:pt x="0" y="766444"/>
                  </a:lnTo>
                  <a:lnTo>
                    <a:pt x="57785" y="667892"/>
                  </a:lnTo>
                  <a:close/>
                </a:path>
                <a:path w="2223135" h="1837054">
                  <a:moveTo>
                    <a:pt x="179450" y="193548"/>
                  </a:moveTo>
                  <a:lnTo>
                    <a:pt x="141859" y="37464"/>
                  </a:lnTo>
                  <a:lnTo>
                    <a:pt x="297942" y="0"/>
                  </a:lnTo>
                  <a:lnTo>
                    <a:pt x="268350" y="48387"/>
                  </a:lnTo>
                  <a:lnTo>
                    <a:pt x="2222754" y="1244853"/>
                  </a:lnTo>
                  <a:lnTo>
                    <a:pt x="2163445" y="1341627"/>
                  </a:lnTo>
                  <a:lnTo>
                    <a:pt x="209042" y="145161"/>
                  </a:lnTo>
                  <a:lnTo>
                    <a:pt x="179450" y="19354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53739" y="3802574"/>
              <a:ext cx="1372235" cy="872490"/>
            </a:xfrm>
            <a:custGeom>
              <a:avLst/>
              <a:gdLst/>
              <a:ahLst/>
              <a:cxnLst/>
              <a:rect l="l" t="t" r="r" b="b"/>
              <a:pathLst>
                <a:path w="1372235" h="872489">
                  <a:moveTo>
                    <a:pt x="1310497" y="721359"/>
                  </a:moveTo>
                  <a:lnTo>
                    <a:pt x="1297553" y="721359"/>
                  </a:lnTo>
                  <a:lnTo>
                    <a:pt x="1284477" y="723900"/>
                  </a:lnTo>
                  <a:lnTo>
                    <a:pt x="1250313" y="750569"/>
                  </a:lnTo>
                  <a:lnTo>
                    <a:pt x="1231265" y="791209"/>
                  </a:lnTo>
                  <a:lnTo>
                    <a:pt x="1229598" y="802639"/>
                  </a:lnTo>
                  <a:lnTo>
                    <a:pt x="1230069" y="814069"/>
                  </a:lnTo>
                  <a:lnTo>
                    <a:pt x="1230122" y="815339"/>
                  </a:lnTo>
                  <a:lnTo>
                    <a:pt x="1252749" y="853439"/>
                  </a:lnTo>
                  <a:lnTo>
                    <a:pt x="1288081" y="871219"/>
                  </a:lnTo>
                  <a:lnTo>
                    <a:pt x="1298001" y="872489"/>
                  </a:lnTo>
                  <a:lnTo>
                    <a:pt x="1307719" y="872489"/>
                  </a:lnTo>
                  <a:lnTo>
                    <a:pt x="1317097" y="871219"/>
                  </a:lnTo>
                  <a:lnTo>
                    <a:pt x="1326165" y="867409"/>
                  </a:lnTo>
                  <a:lnTo>
                    <a:pt x="1334900" y="862329"/>
                  </a:lnTo>
                  <a:lnTo>
                    <a:pt x="1343279" y="855979"/>
                  </a:lnTo>
                  <a:lnTo>
                    <a:pt x="1325632" y="842009"/>
                  </a:lnTo>
                  <a:lnTo>
                    <a:pt x="1286764" y="842009"/>
                  </a:lnTo>
                  <a:lnTo>
                    <a:pt x="1281430" y="838200"/>
                  </a:lnTo>
                  <a:lnTo>
                    <a:pt x="1273683" y="834389"/>
                  </a:lnTo>
                  <a:lnTo>
                    <a:pt x="1268730" y="828039"/>
                  </a:lnTo>
                  <a:lnTo>
                    <a:pt x="1266571" y="820419"/>
                  </a:lnTo>
                  <a:lnTo>
                    <a:pt x="1265622" y="814069"/>
                  </a:lnTo>
                  <a:lnTo>
                    <a:pt x="1266031" y="806450"/>
                  </a:lnTo>
                  <a:lnTo>
                    <a:pt x="1267821" y="800100"/>
                  </a:lnTo>
                  <a:lnTo>
                    <a:pt x="1271015" y="792479"/>
                  </a:lnTo>
                  <a:lnTo>
                    <a:pt x="1321114" y="792479"/>
                  </a:lnTo>
                  <a:lnTo>
                    <a:pt x="1282700" y="772159"/>
                  </a:lnTo>
                  <a:lnTo>
                    <a:pt x="1286656" y="765809"/>
                  </a:lnTo>
                  <a:lnTo>
                    <a:pt x="1291113" y="760729"/>
                  </a:lnTo>
                  <a:lnTo>
                    <a:pt x="1296094" y="756919"/>
                  </a:lnTo>
                  <a:lnTo>
                    <a:pt x="1301623" y="754379"/>
                  </a:lnTo>
                  <a:lnTo>
                    <a:pt x="1309243" y="750569"/>
                  </a:lnTo>
                  <a:lnTo>
                    <a:pt x="1361328" y="750569"/>
                  </a:lnTo>
                  <a:lnTo>
                    <a:pt x="1358900" y="746759"/>
                  </a:lnTo>
                  <a:lnTo>
                    <a:pt x="1348851" y="737869"/>
                  </a:lnTo>
                  <a:lnTo>
                    <a:pt x="1336039" y="728979"/>
                  </a:lnTo>
                  <a:lnTo>
                    <a:pt x="1323322" y="723900"/>
                  </a:lnTo>
                  <a:lnTo>
                    <a:pt x="1310497" y="721359"/>
                  </a:lnTo>
                  <a:close/>
                </a:path>
                <a:path w="1372235" h="872489">
                  <a:moveTo>
                    <a:pt x="1312799" y="831850"/>
                  </a:moveTo>
                  <a:lnTo>
                    <a:pt x="1307464" y="836929"/>
                  </a:lnTo>
                  <a:lnTo>
                    <a:pt x="1302258" y="840739"/>
                  </a:lnTo>
                  <a:lnTo>
                    <a:pt x="1291971" y="842009"/>
                  </a:lnTo>
                  <a:lnTo>
                    <a:pt x="1325632" y="842009"/>
                  </a:lnTo>
                  <a:lnTo>
                    <a:pt x="1312799" y="831850"/>
                  </a:lnTo>
                  <a:close/>
                </a:path>
                <a:path w="1372235" h="872489">
                  <a:moveTo>
                    <a:pt x="1321114" y="792479"/>
                  </a:moveTo>
                  <a:lnTo>
                    <a:pt x="1271015" y="792479"/>
                  </a:lnTo>
                  <a:lnTo>
                    <a:pt x="1355344" y="838200"/>
                  </a:lnTo>
                  <a:lnTo>
                    <a:pt x="1364442" y="819150"/>
                  </a:lnTo>
                  <a:lnTo>
                    <a:pt x="1370028" y="802639"/>
                  </a:lnTo>
                  <a:lnTo>
                    <a:pt x="1370509" y="798829"/>
                  </a:lnTo>
                  <a:lnTo>
                    <a:pt x="1333119" y="798829"/>
                  </a:lnTo>
                  <a:lnTo>
                    <a:pt x="1321114" y="792479"/>
                  </a:lnTo>
                  <a:close/>
                </a:path>
                <a:path w="1372235" h="872489">
                  <a:moveTo>
                    <a:pt x="1177147" y="648969"/>
                  </a:moveTo>
                  <a:lnTo>
                    <a:pt x="1163631" y="648969"/>
                  </a:lnTo>
                  <a:lnTo>
                    <a:pt x="1150365" y="651509"/>
                  </a:lnTo>
                  <a:lnTo>
                    <a:pt x="1116361" y="676909"/>
                  </a:lnTo>
                  <a:lnTo>
                    <a:pt x="1096422" y="721359"/>
                  </a:lnTo>
                  <a:lnTo>
                    <a:pt x="1095490" y="735329"/>
                  </a:lnTo>
                  <a:lnTo>
                    <a:pt x="1097534" y="749300"/>
                  </a:lnTo>
                  <a:lnTo>
                    <a:pt x="1119893" y="782319"/>
                  </a:lnTo>
                  <a:lnTo>
                    <a:pt x="1156223" y="800100"/>
                  </a:lnTo>
                  <a:lnTo>
                    <a:pt x="1167358" y="801369"/>
                  </a:lnTo>
                  <a:lnTo>
                    <a:pt x="1178052" y="800100"/>
                  </a:lnTo>
                  <a:lnTo>
                    <a:pt x="1188241" y="797559"/>
                  </a:lnTo>
                  <a:lnTo>
                    <a:pt x="1198038" y="792479"/>
                  </a:lnTo>
                  <a:lnTo>
                    <a:pt x="1207430" y="786129"/>
                  </a:lnTo>
                  <a:lnTo>
                    <a:pt x="1216406" y="777239"/>
                  </a:lnTo>
                  <a:lnTo>
                    <a:pt x="1205316" y="768350"/>
                  </a:lnTo>
                  <a:lnTo>
                    <a:pt x="1161542" y="768350"/>
                  </a:lnTo>
                  <a:lnTo>
                    <a:pt x="1155319" y="767079"/>
                  </a:lnTo>
                  <a:lnTo>
                    <a:pt x="1133200" y="737869"/>
                  </a:lnTo>
                  <a:lnTo>
                    <a:pt x="1133145" y="736600"/>
                  </a:lnTo>
                  <a:lnTo>
                    <a:pt x="1148776" y="698500"/>
                  </a:lnTo>
                  <a:lnTo>
                    <a:pt x="1172487" y="680719"/>
                  </a:lnTo>
                  <a:lnTo>
                    <a:pt x="1232146" y="680719"/>
                  </a:lnTo>
                  <a:lnTo>
                    <a:pt x="1231425" y="679450"/>
                  </a:lnTo>
                  <a:lnTo>
                    <a:pt x="1224486" y="671829"/>
                  </a:lnTo>
                  <a:lnTo>
                    <a:pt x="1215665" y="664209"/>
                  </a:lnTo>
                  <a:lnTo>
                    <a:pt x="1204976" y="657859"/>
                  </a:lnTo>
                  <a:lnTo>
                    <a:pt x="1190924" y="651509"/>
                  </a:lnTo>
                  <a:lnTo>
                    <a:pt x="1177147" y="648969"/>
                  </a:lnTo>
                  <a:close/>
                </a:path>
                <a:path w="1372235" h="872489">
                  <a:moveTo>
                    <a:pt x="1361328" y="750569"/>
                  </a:moveTo>
                  <a:lnTo>
                    <a:pt x="1309243" y="750569"/>
                  </a:lnTo>
                  <a:lnTo>
                    <a:pt x="1316736" y="751839"/>
                  </a:lnTo>
                  <a:lnTo>
                    <a:pt x="1330960" y="759459"/>
                  </a:lnTo>
                  <a:lnTo>
                    <a:pt x="1335405" y="764539"/>
                  </a:lnTo>
                  <a:lnTo>
                    <a:pt x="1337564" y="772159"/>
                  </a:lnTo>
                  <a:lnTo>
                    <a:pt x="1338423" y="778509"/>
                  </a:lnTo>
                  <a:lnTo>
                    <a:pt x="1337960" y="784859"/>
                  </a:lnTo>
                  <a:lnTo>
                    <a:pt x="1336188" y="792479"/>
                  </a:lnTo>
                  <a:lnTo>
                    <a:pt x="1333119" y="798829"/>
                  </a:lnTo>
                  <a:lnTo>
                    <a:pt x="1370509" y="798829"/>
                  </a:lnTo>
                  <a:lnTo>
                    <a:pt x="1372113" y="786129"/>
                  </a:lnTo>
                  <a:lnTo>
                    <a:pt x="1370711" y="772159"/>
                  </a:lnTo>
                  <a:lnTo>
                    <a:pt x="1366186" y="758189"/>
                  </a:lnTo>
                  <a:lnTo>
                    <a:pt x="1361328" y="750569"/>
                  </a:lnTo>
                  <a:close/>
                </a:path>
                <a:path w="1372235" h="872489">
                  <a:moveTo>
                    <a:pt x="1186307" y="753109"/>
                  </a:moveTo>
                  <a:lnTo>
                    <a:pt x="1179830" y="760729"/>
                  </a:lnTo>
                  <a:lnTo>
                    <a:pt x="1173607" y="765809"/>
                  </a:lnTo>
                  <a:lnTo>
                    <a:pt x="1161542" y="768350"/>
                  </a:lnTo>
                  <a:lnTo>
                    <a:pt x="1205316" y="768350"/>
                  </a:lnTo>
                  <a:lnTo>
                    <a:pt x="1186307" y="753109"/>
                  </a:lnTo>
                  <a:close/>
                </a:path>
                <a:path w="1372235" h="872489">
                  <a:moveTo>
                    <a:pt x="1091691" y="601979"/>
                  </a:moveTo>
                  <a:lnTo>
                    <a:pt x="1035812" y="601979"/>
                  </a:lnTo>
                  <a:lnTo>
                    <a:pt x="1041908" y="603250"/>
                  </a:lnTo>
                  <a:lnTo>
                    <a:pt x="1047750" y="607059"/>
                  </a:lnTo>
                  <a:lnTo>
                    <a:pt x="1052322" y="609600"/>
                  </a:lnTo>
                  <a:lnTo>
                    <a:pt x="1055624" y="612139"/>
                  </a:lnTo>
                  <a:lnTo>
                    <a:pt x="1059688" y="619759"/>
                  </a:lnTo>
                  <a:lnTo>
                    <a:pt x="1060323" y="624839"/>
                  </a:lnTo>
                  <a:lnTo>
                    <a:pt x="1059561" y="629919"/>
                  </a:lnTo>
                  <a:lnTo>
                    <a:pt x="1058370" y="633729"/>
                  </a:lnTo>
                  <a:lnTo>
                    <a:pt x="1055941" y="640079"/>
                  </a:lnTo>
                  <a:lnTo>
                    <a:pt x="1047369" y="657859"/>
                  </a:lnTo>
                  <a:lnTo>
                    <a:pt x="1012317" y="722629"/>
                  </a:lnTo>
                  <a:lnTo>
                    <a:pt x="1045972" y="740409"/>
                  </a:lnTo>
                  <a:lnTo>
                    <a:pt x="1088644" y="661669"/>
                  </a:lnTo>
                  <a:lnTo>
                    <a:pt x="1100677" y="629919"/>
                  </a:lnTo>
                  <a:lnTo>
                    <a:pt x="1100772" y="628650"/>
                  </a:lnTo>
                  <a:lnTo>
                    <a:pt x="1100867" y="627379"/>
                  </a:lnTo>
                  <a:lnTo>
                    <a:pt x="1100963" y="626109"/>
                  </a:lnTo>
                  <a:lnTo>
                    <a:pt x="1099185" y="614679"/>
                  </a:lnTo>
                  <a:lnTo>
                    <a:pt x="1096390" y="608329"/>
                  </a:lnTo>
                  <a:lnTo>
                    <a:pt x="1091691" y="601979"/>
                  </a:lnTo>
                  <a:close/>
                </a:path>
                <a:path w="1372235" h="872489">
                  <a:moveTo>
                    <a:pt x="1232146" y="680719"/>
                  </a:moveTo>
                  <a:lnTo>
                    <a:pt x="1178655" y="680719"/>
                  </a:lnTo>
                  <a:lnTo>
                    <a:pt x="1184870" y="681989"/>
                  </a:lnTo>
                  <a:lnTo>
                    <a:pt x="1191133" y="684529"/>
                  </a:lnTo>
                  <a:lnTo>
                    <a:pt x="1197483" y="688339"/>
                  </a:lnTo>
                  <a:lnTo>
                    <a:pt x="1201674" y="692150"/>
                  </a:lnTo>
                  <a:lnTo>
                    <a:pt x="1205992" y="703579"/>
                  </a:lnTo>
                  <a:lnTo>
                    <a:pt x="1205890" y="706119"/>
                  </a:lnTo>
                  <a:lnTo>
                    <a:pt x="1205839" y="707389"/>
                  </a:lnTo>
                  <a:lnTo>
                    <a:pt x="1205738" y="709929"/>
                  </a:lnTo>
                  <a:lnTo>
                    <a:pt x="1203325" y="717550"/>
                  </a:lnTo>
                  <a:lnTo>
                    <a:pt x="1239774" y="728979"/>
                  </a:lnTo>
                  <a:lnTo>
                    <a:pt x="1241490" y="717550"/>
                  </a:lnTo>
                  <a:lnTo>
                    <a:pt x="1241504" y="707389"/>
                  </a:lnTo>
                  <a:lnTo>
                    <a:pt x="1239827" y="697229"/>
                  </a:lnTo>
                  <a:lnTo>
                    <a:pt x="1236472" y="688339"/>
                  </a:lnTo>
                  <a:lnTo>
                    <a:pt x="1232146" y="680719"/>
                  </a:lnTo>
                  <a:close/>
                </a:path>
                <a:path w="1372235" h="872489">
                  <a:moveTo>
                    <a:pt x="998727" y="549909"/>
                  </a:moveTo>
                  <a:lnTo>
                    <a:pt x="930021" y="678179"/>
                  </a:lnTo>
                  <a:lnTo>
                    <a:pt x="963676" y="695959"/>
                  </a:lnTo>
                  <a:lnTo>
                    <a:pt x="994790" y="638809"/>
                  </a:lnTo>
                  <a:lnTo>
                    <a:pt x="1000220" y="628650"/>
                  </a:lnTo>
                  <a:lnTo>
                    <a:pt x="1005077" y="621029"/>
                  </a:lnTo>
                  <a:lnTo>
                    <a:pt x="1009364" y="614679"/>
                  </a:lnTo>
                  <a:lnTo>
                    <a:pt x="1013079" y="610869"/>
                  </a:lnTo>
                  <a:lnTo>
                    <a:pt x="1017651" y="605789"/>
                  </a:lnTo>
                  <a:lnTo>
                    <a:pt x="1023112" y="603250"/>
                  </a:lnTo>
                  <a:lnTo>
                    <a:pt x="1029462" y="603250"/>
                  </a:lnTo>
                  <a:lnTo>
                    <a:pt x="1035812" y="601979"/>
                  </a:lnTo>
                  <a:lnTo>
                    <a:pt x="1091691" y="601979"/>
                  </a:lnTo>
                  <a:lnTo>
                    <a:pt x="1086993" y="595629"/>
                  </a:lnTo>
                  <a:lnTo>
                    <a:pt x="1080897" y="590550"/>
                  </a:lnTo>
                  <a:lnTo>
                    <a:pt x="1073404" y="586739"/>
                  </a:lnTo>
                  <a:lnTo>
                    <a:pt x="1070207" y="585469"/>
                  </a:lnTo>
                  <a:lnTo>
                    <a:pt x="1019810" y="585469"/>
                  </a:lnTo>
                  <a:lnTo>
                    <a:pt x="1029970" y="567689"/>
                  </a:lnTo>
                  <a:lnTo>
                    <a:pt x="998727" y="549909"/>
                  </a:lnTo>
                  <a:close/>
                </a:path>
                <a:path w="1372235" h="872489">
                  <a:moveTo>
                    <a:pt x="886698" y="491489"/>
                  </a:moveTo>
                  <a:lnTo>
                    <a:pt x="848179" y="501650"/>
                  </a:lnTo>
                  <a:lnTo>
                    <a:pt x="817372" y="535939"/>
                  </a:lnTo>
                  <a:lnTo>
                    <a:pt x="805965" y="572769"/>
                  </a:lnTo>
                  <a:lnTo>
                    <a:pt x="806061" y="580389"/>
                  </a:lnTo>
                  <a:lnTo>
                    <a:pt x="806113" y="581659"/>
                  </a:lnTo>
                  <a:lnTo>
                    <a:pt x="806218" y="584200"/>
                  </a:lnTo>
                  <a:lnTo>
                    <a:pt x="806323" y="586739"/>
                  </a:lnTo>
                  <a:lnTo>
                    <a:pt x="829004" y="624839"/>
                  </a:lnTo>
                  <a:lnTo>
                    <a:pt x="864282" y="642619"/>
                  </a:lnTo>
                  <a:lnTo>
                    <a:pt x="874202" y="643889"/>
                  </a:lnTo>
                  <a:lnTo>
                    <a:pt x="883920" y="643889"/>
                  </a:lnTo>
                  <a:lnTo>
                    <a:pt x="893298" y="642619"/>
                  </a:lnTo>
                  <a:lnTo>
                    <a:pt x="902366" y="638809"/>
                  </a:lnTo>
                  <a:lnTo>
                    <a:pt x="911101" y="633729"/>
                  </a:lnTo>
                  <a:lnTo>
                    <a:pt x="919480" y="627379"/>
                  </a:lnTo>
                  <a:lnTo>
                    <a:pt x="901833" y="613409"/>
                  </a:lnTo>
                  <a:lnTo>
                    <a:pt x="862964" y="613409"/>
                  </a:lnTo>
                  <a:lnTo>
                    <a:pt x="857758" y="609600"/>
                  </a:lnTo>
                  <a:lnTo>
                    <a:pt x="850011" y="605789"/>
                  </a:lnTo>
                  <a:lnTo>
                    <a:pt x="844931" y="599439"/>
                  </a:lnTo>
                  <a:lnTo>
                    <a:pt x="842772" y="590550"/>
                  </a:lnTo>
                  <a:lnTo>
                    <a:pt x="841823" y="584200"/>
                  </a:lnTo>
                  <a:lnTo>
                    <a:pt x="842232" y="577850"/>
                  </a:lnTo>
                  <a:lnTo>
                    <a:pt x="844022" y="570229"/>
                  </a:lnTo>
                  <a:lnTo>
                    <a:pt x="847217" y="563879"/>
                  </a:lnTo>
                  <a:lnTo>
                    <a:pt x="897315" y="563879"/>
                  </a:lnTo>
                  <a:lnTo>
                    <a:pt x="858901" y="543559"/>
                  </a:lnTo>
                  <a:lnTo>
                    <a:pt x="862857" y="537209"/>
                  </a:lnTo>
                  <a:lnTo>
                    <a:pt x="867314" y="532129"/>
                  </a:lnTo>
                  <a:lnTo>
                    <a:pt x="872295" y="528319"/>
                  </a:lnTo>
                  <a:lnTo>
                    <a:pt x="877824" y="525779"/>
                  </a:lnTo>
                  <a:lnTo>
                    <a:pt x="885444" y="521969"/>
                  </a:lnTo>
                  <a:lnTo>
                    <a:pt x="937529" y="521969"/>
                  </a:lnTo>
                  <a:lnTo>
                    <a:pt x="935101" y="518159"/>
                  </a:lnTo>
                  <a:lnTo>
                    <a:pt x="925052" y="508000"/>
                  </a:lnTo>
                  <a:lnTo>
                    <a:pt x="912240" y="500379"/>
                  </a:lnTo>
                  <a:lnTo>
                    <a:pt x="899523" y="495300"/>
                  </a:lnTo>
                  <a:lnTo>
                    <a:pt x="886698" y="491489"/>
                  </a:lnTo>
                  <a:close/>
                </a:path>
                <a:path w="1372235" h="872489">
                  <a:moveTo>
                    <a:pt x="635635" y="529589"/>
                  </a:moveTo>
                  <a:lnTo>
                    <a:pt x="634619" y="530859"/>
                  </a:lnTo>
                  <a:lnTo>
                    <a:pt x="633222" y="533400"/>
                  </a:lnTo>
                  <a:lnTo>
                    <a:pt x="629695" y="542289"/>
                  </a:lnTo>
                  <a:lnTo>
                    <a:pt x="628459" y="549909"/>
                  </a:lnTo>
                  <a:lnTo>
                    <a:pt x="628522" y="554989"/>
                  </a:lnTo>
                  <a:lnTo>
                    <a:pt x="656931" y="595629"/>
                  </a:lnTo>
                  <a:lnTo>
                    <a:pt x="687689" y="612139"/>
                  </a:lnTo>
                  <a:lnTo>
                    <a:pt x="694989" y="614679"/>
                  </a:lnTo>
                  <a:lnTo>
                    <a:pt x="701801" y="617219"/>
                  </a:lnTo>
                  <a:lnTo>
                    <a:pt x="710564" y="618489"/>
                  </a:lnTo>
                  <a:lnTo>
                    <a:pt x="718312" y="618489"/>
                  </a:lnTo>
                  <a:lnTo>
                    <a:pt x="725170" y="615950"/>
                  </a:lnTo>
                  <a:lnTo>
                    <a:pt x="731901" y="614679"/>
                  </a:lnTo>
                  <a:lnTo>
                    <a:pt x="759343" y="585469"/>
                  </a:lnTo>
                  <a:lnTo>
                    <a:pt x="700277" y="585469"/>
                  </a:lnTo>
                  <a:lnTo>
                    <a:pt x="692912" y="582929"/>
                  </a:lnTo>
                  <a:lnTo>
                    <a:pt x="684149" y="577850"/>
                  </a:lnTo>
                  <a:lnTo>
                    <a:pt x="677290" y="575309"/>
                  </a:lnTo>
                  <a:lnTo>
                    <a:pt x="672846" y="570229"/>
                  </a:lnTo>
                  <a:lnTo>
                    <a:pt x="670940" y="566419"/>
                  </a:lnTo>
                  <a:lnTo>
                    <a:pt x="669544" y="563879"/>
                  </a:lnTo>
                  <a:lnTo>
                    <a:pt x="669628" y="562609"/>
                  </a:lnTo>
                  <a:lnTo>
                    <a:pt x="669713" y="561339"/>
                  </a:lnTo>
                  <a:lnTo>
                    <a:pt x="669798" y="560069"/>
                  </a:lnTo>
                  <a:lnTo>
                    <a:pt x="671576" y="554989"/>
                  </a:lnTo>
                  <a:lnTo>
                    <a:pt x="635635" y="529589"/>
                  </a:lnTo>
                  <a:close/>
                </a:path>
                <a:path w="1372235" h="872489">
                  <a:moveTo>
                    <a:pt x="889000" y="603250"/>
                  </a:moveTo>
                  <a:lnTo>
                    <a:pt x="883665" y="608329"/>
                  </a:lnTo>
                  <a:lnTo>
                    <a:pt x="878459" y="612139"/>
                  </a:lnTo>
                  <a:lnTo>
                    <a:pt x="873379" y="613409"/>
                  </a:lnTo>
                  <a:lnTo>
                    <a:pt x="901833" y="613409"/>
                  </a:lnTo>
                  <a:lnTo>
                    <a:pt x="889000" y="603250"/>
                  </a:lnTo>
                  <a:close/>
                </a:path>
                <a:path w="1372235" h="872489">
                  <a:moveTo>
                    <a:pt x="897315" y="563879"/>
                  </a:moveTo>
                  <a:lnTo>
                    <a:pt x="847217" y="563879"/>
                  </a:lnTo>
                  <a:lnTo>
                    <a:pt x="931545" y="609600"/>
                  </a:lnTo>
                  <a:lnTo>
                    <a:pt x="940643" y="590550"/>
                  </a:lnTo>
                  <a:lnTo>
                    <a:pt x="946229" y="572769"/>
                  </a:lnTo>
                  <a:lnTo>
                    <a:pt x="946576" y="570229"/>
                  </a:lnTo>
                  <a:lnTo>
                    <a:pt x="909320" y="570229"/>
                  </a:lnTo>
                  <a:lnTo>
                    <a:pt x="897315" y="563879"/>
                  </a:lnTo>
                  <a:close/>
                </a:path>
                <a:path w="1372235" h="872489">
                  <a:moveTo>
                    <a:pt x="780541" y="547369"/>
                  </a:moveTo>
                  <a:lnTo>
                    <a:pt x="737235" y="547369"/>
                  </a:lnTo>
                  <a:lnTo>
                    <a:pt x="727201" y="565150"/>
                  </a:lnTo>
                  <a:lnTo>
                    <a:pt x="723138" y="572769"/>
                  </a:lnTo>
                  <a:lnTo>
                    <a:pt x="719836" y="577850"/>
                  </a:lnTo>
                  <a:lnTo>
                    <a:pt x="717296" y="580389"/>
                  </a:lnTo>
                  <a:lnTo>
                    <a:pt x="713739" y="582929"/>
                  </a:lnTo>
                  <a:lnTo>
                    <a:pt x="709930" y="585469"/>
                  </a:lnTo>
                  <a:lnTo>
                    <a:pt x="759343" y="585469"/>
                  </a:lnTo>
                  <a:lnTo>
                    <a:pt x="760948" y="582929"/>
                  </a:lnTo>
                  <a:lnTo>
                    <a:pt x="766826" y="572769"/>
                  </a:lnTo>
                  <a:lnTo>
                    <a:pt x="780541" y="547369"/>
                  </a:lnTo>
                  <a:close/>
                </a:path>
                <a:path w="1372235" h="872489">
                  <a:moveTo>
                    <a:pt x="1047416" y="580389"/>
                  </a:moveTo>
                  <a:lnTo>
                    <a:pt x="1033809" y="581659"/>
                  </a:lnTo>
                  <a:lnTo>
                    <a:pt x="1019810" y="585469"/>
                  </a:lnTo>
                  <a:lnTo>
                    <a:pt x="1070207" y="585469"/>
                  </a:lnTo>
                  <a:lnTo>
                    <a:pt x="1060618" y="581659"/>
                  </a:lnTo>
                  <a:lnTo>
                    <a:pt x="1047416" y="580389"/>
                  </a:lnTo>
                  <a:close/>
                </a:path>
                <a:path w="1372235" h="872489">
                  <a:moveTo>
                    <a:pt x="937529" y="521969"/>
                  </a:moveTo>
                  <a:lnTo>
                    <a:pt x="885444" y="521969"/>
                  </a:lnTo>
                  <a:lnTo>
                    <a:pt x="892937" y="523239"/>
                  </a:lnTo>
                  <a:lnTo>
                    <a:pt x="900302" y="527050"/>
                  </a:lnTo>
                  <a:lnTo>
                    <a:pt x="907161" y="530859"/>
                  </a:lnTo>
                  <a:lnTo>
                    <a:pt x="911606" y="535939"/>
                  </a:lnTo>
                  <a:lnTo>
                    <a:pt x="913764" y="543559"/>
                  </a:lnTo>
                  <a:lnTo>
                    <a:pt x="914452" y="548639"/>
                  </a:lnTo>
                  <a:lnTo>
                    <a:pt x="914346" y="553719"/>
                  </a:lnTo>
                  <a:lnTo>
                    <a:pt x="914254" y="554989"/>
                  </a:lnTo>
                  <a:lnTo>
                    <a:pt x="914161" y="556259"/>
                  </a:lnTo>
                  <a:lnTo>
                    <a:pt x="912389" y="562609"/>
                  </a:lnTo>
                  <a:lnTo>
                    <a:pt x="909320" y="570229"/>
                  </a:lnTo>
                  <a:lnTo>
                    <a:pt x="946576" y="570229"/>
                  </a:lnTo>
                  <a:lnTo>
                    <a:pt x="948314" y="557529"/>
                  </a:lnTo>
                  <a:lnTo>
                    <a:pt x="946912" y="543559"/>
                  </a:lnTo>
                  <a:lnTo>
                    <a:pt x="942387" y="529589"/>
                  </a:lnTo>
                  <a:lnTo>
                    <a:pt x="937529" y="521969"/>
                  </a:lnTo>
                  <a:close/>
                </a:path>
                <a:path w="1372235" h="872489">
                  <a:moveTo>
                    <a:pt x="736330" y="410209"/>
                  </a:moveTo>
                  <a:lnTo>
                    <a:pt x="689467" y="427989"/>
                  </a:lnTo>
                  <a:lnTo>
                    <a:pt x="664523" y="467359"/>
                  </a:lnTo>
                  <a:lnTo>
                    <a:pt x="658895" y="491489"/>
                  </a:lnTo>
                  <a:lnTo>
                    <a:pt x="658921" y="492759"/>
                  </a:lnTo>
                  <a:lnTo>
                    <a:pt x="659025" y="497839"/>
                  </a:lnTo>
                  <a:lnTo>
                    <a:pt x="659130" y="502919"/>
                  </a:lnTo>
                  <a:lnTo>
                    <a:pt x="676632" y="539750"/>
                  </a:lnTo>
                  <a:lnTo>
                    <a:pt x="711850" y="553719"/>
                  </a:lnTo>
                  <a:lnTo>
                    <a:pt x="724358" y="551179"/>
                  </a:lnTo>
                  <a:lnTo>
                    <a:pt x="737235" y="547369"/>
                  </a:lnTo>
                  <a:lnTo>
                    <a:pt x="780541" y="547369"/>
                  </a:lnTo>
                  <a:lnTo>
                    <a:pt x="790828" y="528319"/>
                  </a:lnTo>
                  <a:lnTo>
                    <a:pt x="724773" y="528319"/>
                  </a:lnTo>
                  <a:lnTo>
                    <a:pt x="718353" y="527050"/>
                  </a:lnTo>
                  <a:lnTo>
                    <a:pt x="697241" y="497839"/>
                  </a:lnTo>
                  <a:lnTo>
                    <a:pt x="698436" y="490219"/>
                  </a:lnTo>
                  <a:lnTo>
                    <a:pt x="716994" y="455929"/>
                  </a:lnTo>
                  <a:lnTo>
                    <a:pt x="735663" y="444500"/>
                  </a:lnTo>
                  <a:lnTo>
                    <a:pt x="783452" y="444500"/>
                  </a:lnTo>
                  <a:lnTo>
                    <a:pt x="778351" y="434339"/>
                  </a:lnTo>
                  <a:lnTo>
                    <a:pt x="770183" y="425450"/>
                  </a:lnTo>
                  <a:lnTo>
                    <a:pt x="759587" y="417829"/>
                  </a:lnTo>
                  <a:lnTo>
                    <a:pt x="748059" y="412750"/>
                  </a:lnTo>
                  <a:lnTo>
                    <a:pt x="736330" y="410209"/>
                  </a:lnTo>
                  <a:close/>
                </a:path>
                <a:path w="1372235" h="872489">
                  <a:moveTo>
                    <a:pt x="783452" y="444500"/>
                  </a:moveTo>
                  <a:lnTo>
                    <a:pt x="741997" y="444500"/>
                  </a:lnTo>
                  <a:lnTo>
                    <a:pt x="748236" y="445769"/>
                  </a:lnTo>
                  <a:lnTo>
                    <a:pt x="754380" y="448309"/>
                  </a:lnTo>
                  <a:lnTo>
                    <a:pt x="770413" y="476250"/>
                  </a:lnTo>
                  <a:lnTo>
                    <a:pt x="769366" y="483869"/>
                  </a:lnTo>
                  <a:lnTo>
                    <a:pt x="750982" y="518159"/>
                  </a:lnTo>
                  <a:lnTo>
                    <a:pt x="731359" y="528319"/>
                  </a:lnTo>
                  <a:lnTo>
                    <a:pt x="790828" y="528319"/>
                  </a:lnTo>
                  <a:lnTo>
                    <a:pt x="827862" y="459739"/>
                  </a:lnTo>
                  <a:lnTo>
                    <a:pt x="787400" y="459739"/>
                  </a:lnTo>
                  <a:lnTo>
                    <a:pt x="784090" y="445769"/>
                  </a:lnTo>
                  <a:lnTo>
                    <a:pt x="783452" y="444500"/>
                  </a:lnTo>
                  <a:close/>
                </a:path>
                <a:path w="1372235" h="872489">
                  <a:moveTo>
                    <a:pt x="643509" y="358139"/>
                  </a:moveTo>
                  <a:lnTo>
                    <a:pt x="574801" y="486409"/>
                  </a:lnTo>
                  <a:lnTo>
                    <a:pt x="608457" y="504189"/>
                  </a:lnTo>
                  <a:lnTo>
                    <a:pt x="677163" y="377189"/>
                  </a:lnTo>
                  <a:lnTo>
                    <a:pt x="643509" y="358139"/>
                  </a:lnTo>
                  <a:close/>
                </a:path>
                <a:path w="1372235" h="872489">
                  <a:moveTo>
                    <a:pt x="601218" y="273050"/>
                  </a:moveTo>
                  <a:lnTo>
                    <a:pt x="506475" y="449579"/>
                  </a:lnTo>
                  <a:lnTo>
                    <a:pt x="540131" y="467359"/>
                  </a:lnTo>
                  <a:lnTo>
                    <a:pt x="634873" y="292100"/>
                  </a:lnTo>
                  <a:lnTo>
                    <a:pt x="601218" y="273050"/>
                  </a:lnTo>
                  <a:close/>
                </a:path>
                <a:path w="1372235" h="872489">
                  <a:moveTo>
                    <a:pt x="797051" y="441959"/>
                  </a:moveTo>
                  <a:lnTo>
                    <a:pt x="787400" y="459739"/>
                  </a:lnTo>
                  <a:lnTo>
                    <a:pt x="827862" y="459739"/>
                  </a:lnTo>
                  <a:lnTo>
                    <a:pt x="828548" y="458469"/>
                  </a:lnTo>
                  <a:lnTo>
                    <a:pt x="797051" y="441959"/>
                  </a:lnTo>
                  <a:close/>
                </a:path>
                <a:path w="1372235" h="872489">
                  <a:moveTo>
                    <a:pt x="532892" y="236219"/>
                  </a:moveTo>
                  <a:lnTo>
                    <a:pt x="438023" y="412750"/>
                  </a:lnTo>
                  <a:lnTo>
                    <a:pt x="471677" y="430529"/>
                  </a:lnTo>
                  <a:lnTo>
                    <a:pt x="566547" y="255269"/>
                  </a:lnTo>
                  <a:lnTo>
                    <a:pt x="532892" y="236219"/>
                  </a:lnTo>
                  <a:close/>
                </a:path>
                <a:path w="1372235" h="872489">
                  <a:moveTo>
                    <a:pt x="394509" y="226059"/>
                  </a:moveTo>
                  <a:lnTo>
                    <a:pt x="381573" y="226059"/>
                  </a:lnTo>
                  <a:lnTo>
                    <a:pt x="368554" y="229869"/>
                  </a:lnTo>
                  <a:lnTo>
                    <a:pt x="334371" y="256539"/>
                  </a:lnTo>
                  <a:lnTo>
                    <a:pt x="315341" y="295909"/>
                  </a:lnTo>
                  <a:lnTo>
                    <a:pt x="313831" y="312419"/>
                  </a:lnTo>
                  <a:lnTo>
                    <a:pt x="313988" y="316229"/>
                  </a:lnTo>
                  <a:lnTo>
                    <a:pt x="314093" y="318769"/>
                  </a:lnTo>
                  <a:lnTo>
                    <a:pt x="314198" y="321309"/>
                  </a:lnTo>
                  <a:lnTo>
                    <a:pt x="336772" y="359409"/>
                  </a:lnTo>
                  <a:lnTo>
                    <a:pt x="372078" y="377189"/>
                  </a:lnTo>
                  <a:lnTo>
                    <a:pt x="382004" y="378459"/>
                  </a:lnTo>
                  <a:lnTo>
                    <a:pt x="391668" y="378459"/>
                  </a:lnTo>
                  <a:lnTo>
                    <a:pt x="401101" y="377189"/>
                  </a:lnTo>
                  <a:lnTo>
                    <a:pt x="410178" y="373379"/>
                  </a:lnTo>
                  <a:lnTo>
                    <a:pt x="418921" y="368300"/>
                  </a:lnTo>
                  <a:lnTo>
                    <a:pt x="427355" y="361950"/>
                  </a:lnTo>
                  <a:lnTo>
                    <a:pt x="409635" y="347979"/>
                  </a:lnTo>
                  <a:lnTo>
                    <a:pt x="376047" y="347979"/>
                  </a:lnTo>
                  <a:lnTo>
                    <a:pt x="370839" y="346709"/>
                  </a:lnTo>
                  <a:lnTo>
                    <a:pt x="349644" y="318769"/>
                  </a:lnTo>
                  <a:lnTo>
                    <a:pt x="350059" y="312419"/>
                  </a:lnTo>
                  <a:lnTo>
                    <a:pt x="351879" y="304800"/>
                  </a:lnTo>
                  <a:lnTo>
                    <a:pt x="355092" y="297179"/>
                  </a:lnTo>
                  <a:lnTo>
                    <a:pt x="403351" y="297179"/>
                  </a:lnTo>
                  <a:lnTo>
                    <a:pt x="366775" y="276859"/>
                  </a:lnTo>
                  <a:lnTo>
                    <a:pt x="370677" y="271779"/>
                  </a:lnTo>
                  <a:lnTo>
                    <a:pt x="375126" y="265429"/>
                  </a:lnTo>
                  <a:lnTo>
                    <a:pt x="380099" y="261619"/>
                  </a:lnTo>
                  <a:lnTo>
                    <a:pt x="385572" y="259079"/>
                  </a:lnTo>
                  <a:lnTo>
                    <a:pt x="393319" y="256539"/>
                  </a:lnTo>
                  <a:lnTo>
                    <a:pt x="445277" y="256539"/>
                  </a:lnTo>
                  <a:lnTo>
                    <a:pt x="442849" y="252729"/>
                  </a:lnTo>
                  <a:lnTo>
                    <a:pt x="432800" y="242569"/>
                  </a:lnTo>
                  <a:lnTo>
                    <a:pt x="419988" y="234950"/>
                  </a:lnTo>
                  <a:lnTo>
                    <a:pt x="407326" y="228600"/>
                  </a:lnTo>
                  <a:lnTo>
                    <a:pt x="394509" y="226059"/>
                  </a:lnTo>
                  <a:close/>
                </a:path>
                <a:path w="1372235" h="872489">
                  <a:moveTo>
                    <a:pt x="669671" y="309879"/>
                  </a:moveTo>
                  <a:lnTo>
                    <a:pt x="652780" y="341629"/>
                  </a:lnTo>
                  <a:lnTo>
                    <a:pt x="686562" y="359409"/>
                  </a:lnTo>
                  <a:lnTo>
                    <a:pt x="703326" y="328929"/>
                  </a:lnTo>
                  <a:lnTo>
                    <a:pt x="669671" y="309879"/>
                  </a:lnTo>
                  <a:close/>
                </a:path>
                <a:path w="1372235" h="872489">
                  <a:moveTo>
                    <a:pt x="396748" y="337819"/>
                  </a:moveTo>
                  <a:lnTo>
                    <a:pt x="391540" y="342900"/>
                  </a:lnTo>
                  <a:lnTo>
                    <a:pt x="386334" y="346709"/>
                  </a:lnTo>
                  <a:lnTo>
                    <a:pt x="381126" y="346709"/>
                  </a:lnTo>
                  <a:lnTo>
                    <a:pt x="376047" y="347979"/>
                  </a:lnTo>
                  <a:lnTo>
                    <a:pt x="409635" y="347979"/>
                  </a:lnTo>
                  <a:lnTo>
                    <a:pt x="396748" y="337819"/>
                  </a:lnTo>
                  <a:close/>
                </a:path>
                <a:path w="1372235" h="872489">
                  <a:moveTo>
                    <a:pt x="403351" y="297179"/>
                  </a:moveTo>
                  <a:lnTo>
                    <a:pt x="355092" y="297179"/>
                  </a:lnTo>
                  <a:lnTo>
                    <a:pt x="439420" y="342900"/>
                  </a:lnTo>
                  <a:lnTo>
                    <a:pt x="448444" y="325119"/>
                  </a:lnTo>
                  <a:lnTo>
                    <a:pt x="453993" y="307339"/>
                  </a:lnTo>
                  <a:lnTo>
                    <a:pt x="454338" y="304800"/>
                  </a:lnTo>
                  <a:lnTo>
                    <a:pt x="417068" y="304800"/>
                  </a:lnTo>
                  <a:lnTo>
                    <a:pt x="403351" y="297179"/>
                  </a:lnTo>
                  <a:close/>
                </a:path>
                <a:path w="1372235" h="872489">
                  <a:moveTo>
                    <a:pt x="274193" y="160019"/>
                  </a:moveTo>
                  <a:lnTo>
                    <a:pt x="259714" y="186689"/>
                  </a:lnTo>
                  <a:lnTo>
                    <a:pt x="275209" y="194309"/>
                  </a:lnTo>
                  <a:lnTo>
                    <a:pt x="245237" y="250189"/>
                  </a:lnTo>
                  <a:lnTo>
                    <a:pt x="240928" y="257809"/>
                  </a:lnTo>
                  <a:lnTo>
                    <a:pt x="237537" y="265429"/>
                  </a:lnTo>
                  <a:lnTo>
                    <a:pt x="235075" y="270509"/>
                  </a:lnTo>
                  <a:lnTo>
                    <a:pt x="233552" y="274319"/>
                  </a:lnTo>
                  <a:lnTo>
                    <a:pt x="231394" y="280669"/>
                  </a:lnTo>
                  <a:lnTo>
                    <a:pt x="230632" y="285750"/>
                  </a:lnTo>
                  <a:lnTo>
                    <a:pt x="231648" y="294639"/>
                  </a:lnTo>
                  <a:lnTo>
                    <a:pt x="233807" y="299719"/>
                  </a:lnTo>
                  <a:lnTo>
                    <a:pt x="237617" y="303529"/>
                  </a:lnTo>
                  <a:lnTo>
                    <a:pt x="241426" y="308609"/>
                  </a:lnTo>
                  <a:lnTo>
                    <a:pt x="246380" y="312419"/>
                  </a:lnTo>
                  <a:lnTo>
                    <a:pt x="252349" y="316229"/>
                  </a:lnTo>
                  <a:lnTo>
                    <a:pt x="259754" y="318769"/>
                  </a:lnTo>
                  <a:lnTo>
                    <a:pt x="267112" y="322579"/>
                  </a:lnTo>
                  <a:lnTo>
                    <a:pt x="281686" y="325119"/>
                  </a:lnTo>
                  <a:lnTo>
                    <a:pt x="292988" y="297179"/>
                  </a:lnTo>
                  <a:lnTo>
                    <a:pt x="285876" y="295909"/>
                  </a:lnTo>
                  <a:lnTo>
                    <a:pt x="280797" y="294639"/>
                  </a:lnTo>
                  <a:lnTo>
                    <a:pt x="277622" y="293369"/>
                  </a:lnTo>
                  <a:lnTo>
                    <a:pt x="275463" y="292100"/>
                  </a:lnTo>
                  <a:lnTo>
                    <a:pt x="273812" y="290829"/>
                  </a:lnTo>
                  <a:lnTo>
                    <a:pt x="272923" y="288289"/>
                  </a:lnTo>
                  <a:lnTo>
                    <a:pt x="271907" y="287019"/>
                  </a:lnTo>
                  <a:lnTo>
                    <a:pt x="271652" y="284479"/>
                  </a:lnTo>
                  <a:lnTo>
                    <a:pt x="272161" y="283209"/>
                  </a:lnTo>
                  <a:lnTo>
                    <a:pt x="272669" y="280669"/>
                  </a:lnTo>
                  <a:lnTo>
                    <a:pt x="275717" y="274319"/>
                  </a:lnTo>
                  <a:lnTo>
                    <a:pt x="281305" y="264159"/>
                  </a:lnTo>
                  <a:lnTo>
                    <a:pt x="308990" y="213359"/>
                  </a:lnTo>
                  <a:lnTo>
                    <a:pt x="338182" y="213359"/>
                  </a:lnTo>
                  <a:lnTo>
                    <a:pt x="346456" y="198119"/>
                  </a:lnTo>
                  <a:lnTo>
                    <a:pt x="323469" y="185419"/>
                  </a:lnTo>
                  <a:lnTo>
                    <a:pt x="333171" y="167639"/>
                  </a:lnTo>
                  <a:lnTo>
                    <a:pt x="289687" y="167639"/>
                  </a:lnTo>
                  <a:lnTo>
                    <a:pt x="274193" y="160019"/>
                  </a:lnTo>
                  <a:close/>
                </a:path>
                <a:path w="1372235" h="872489">
                  <a:moveTo>
                    <a:pt x="445277" y="256539"/>
                  </a:moveTo>
                  <a:lnTo>
                    <a:pt x="393319" y="256539"/>
                  </a:lnTo>
                  <a:lnTo>
                    <a:pt x="400812" y="257809"/>
                  </a:lnTo>
                  <a:lnTo>
                    <a:pt x="415036" y="265429"/>
                  </a:lnTo>
                  <a:lnTo>
                    <a:pt x="419481" y="270509"/>
                  </a:lnTo>
                  <a:lnTo>
                    <a:pt x="421513" y="278129"/>
                  </a:lnTo>
                  <a:lnTo>
                    <a:pt x="422214" y="283209"/>
                  </a:lnTo>
                  <a:lnTo>
                    <a:pt x="422130" y="288289"/>
                  </a:lnTo>
                  <a:lnTo>
                    <a:pt x="421957" y="290829"/>
                  </a:lnTo>
                  <a:lnTo>
                    <a:pt x="420191" y="297179"/>
                  </a:lnTo>
                  <a:lnTo>
                    <a:pt x="417068" y="304800"/>
                  </a:lnTo>
                  <a:lnTo>
                    <a:pt x="454338" y="304800"/>
                  </a:lnTo>
                  <a:lnTo>
                    <a:pt x="456064" y="292100"/>
                  </a:lnTo>
                  <a:lnTo>
                    <a:pt x="454777" y="278129"/>
                  </a:lnTo>
                  <a:lnTo>
                    <a:pt x="454660" y="276859"/>
                  </a:lnTo>
                  <a:lnTo>
                    <a:pt x="450135" y="264159"/>
                  </a:lnTo>
                  <a:lnTo>
                    <a:pt x="445277" y="256539"/>
                  </a:lnTo>
                  <a:close/>
                </a:path>
                <a:path w="1372235" h="872489">
                  <a:moveTo>
                    <a:pt x="230632" y="137159"/>
                  </a:moveTo>
                  <a:lnTo>
                    <a:pt x="174879" y="137159"/>
                  </a:lnTo>
                  <a:lnTo>
                    <a:pt x="180975" y="138429"/>
                  </a:lnTo>
                  <a:lnTo>
                    <a:pt x="186817" y="142239"/>
                  </a:lnTo>
                  <a:lnTo>
                    <a:pt x="191388" y="144779"/>
                  </a:lnTo>
                  <a:lnTo>
                    <a:pt x="194690" y="147319"/>
                  </a:lnTo>
                  <a:lnTo>
                    <a:pt x="198755" y="154939"/>
                  </a:lnTo>
                  <a:lnTo>
                    <a:pt x="199389" y="160019"/>
                  </a:lnTo>
                  <a:lnTo>
                    <a:pt x="198627" y="165100"/>
                  </a:lnTo>
                  <a:lnTo>
                    <a:pt x="197437" y="168909"/>
                  </a:lnTo>
                  <a:lnTo>
                    <a:pt x="195008" y="175259"/>
                  </a:lnTo>
                  <a:lnTo>
                    <a:pt x="186436" y="193039"/>
                  </a:lnTo>
                  <a:lnTo>
                    <a:pt x="151257" y="257809"/>
                  </a:lnTo>
                  <a:lnTo>
                    <a:pt x="185038" y="275589"/>
                  </a:lnTo>
                  <a:lnTo>
                    <a:pt x="227711" y="196850"/>
                  </a:lnTo>
                  <a:lnTo>
                    <a:pt x="240030" y="161289"/>
                  </a:lnTo>
                  <a:lnTo>
                    <a:pt x="239140" y="154939"/>
                  </a:lnTo>
                  <a:lnTo>
                    <a:pt x="238125" y="149859"/>
                  </a:lnTo>
                  <a:lnTo>
                    <a:pt x="235331" y="143509"/>
                  </a:lnTo>
                  <a:lnTo>
                    <a:pt x="230632" y="137159"/>
                  </a:lnTo>
                  <a:close/>
                </a:path>
                <a:path w="1372235" h="872489">
                  <a:moveTo>
                    <a:pt x="137668" y="86359"/>
                  </a:moveTo>
                  <a:lnTo>
                    <a:pt x="68961" y="213359"/>
                  </a:lnTo>
                  <a:lnTo>
                    <a:pt x="102615" y="231139"/>
                  </a:lnTo>
                  <a:lnTo>
                    <a:pt x="139233" y="163829"/>
                  </a:lnTo>
                  <a:lnTo>
                    <a:pt x="144129" y="156209"/>
                  </a:lnTo>
                  <a:lnTo>
                    <a:pt x="148429" y="149859"/>
                  </a:lnTo>
                  <a:lnTo>
                    <a:pt x="152146" y="146050"/>
                  </a:lnTo>
                  <a:lnTo>
                    <a:pt x="156718" y="140969"/>
                  </a:lnTo>
                  <a:lnTo>
                    <a:pt x="162179" y="138429"/>
                  </a:lnTo>
                  <a:lnTo>
                    <a:pt x="168529" y="138429"/>
                  </a:lnTo>
                  <a:lnTo>
                    <a:pt x="174879" y="137159"/>
                  </a:lnTo>
                  <a:lnTo>
                    <a:pt x="230632" y="137159"/>
                  </a:lnTo>
                  <a:lnTo>
                    <a:pt x="225933" y="130809"/>
                  </a:lnTo>
                  <a:lnTo>
                    <a:pt x="219837" y="127000"/>
                  </a:lnTo>
                  <a:lnTo>
                    <a:pt x="212471" y="121919"/>
                  </a:lnTo>
                  <a:lnTo>
                    <a:pt x="158876" y="121919"/>
                  </a:lnTo>
                  <a:lnTo>
                    <a:pt x="168910" y="102869"/>
                  </a:lnTo>
                  <a:lnTo>
                    <a:pt x="137668" y="86359"/>
                  </a:lnTo>
                  <a:close/>
                </a:path>
                <a:path w="1372235" h="872489">
                  <a:moveTo>
                    <a:pt x="338182" y="213359"/>
                  </a:moveTo>
                  <a:lnTo>
                    <a:pt x="308990" y="213359"/>
                  </a:lnTo>
                  <a:lnTo>
                    <a:pt x="331977" y="224789"/>
                  </a:lnTo>
                  <a:lnTo>
                    <a:pt x="338182" y="213359"/>
                  </a:lnTo>
                  <a:close/>
                </a:path>
                <a:path w="1372235" h="872489">
                  <a:moveTo>
                    <a:pt x="94869" y="0"/>
                  </a:moveTo>
                  <a:lnTo>
                    <a:pt x="0" y="175259"/>
                  </a:lnTo>
                  <a:lnTo>
                    <a:pt x="35433" y="194309"/>
                  </a:lnTo>
                  <a:lnTo>
                    <a:pt x="130301" y="19050"/>
                  </a:lnTo>
                  <a:lnTo>
                    <a:pt x="94869" y="0"/>
                  </a:lnTo>
                  <a:close/>
                </a:path>
                <a:path w="1372235" h="872489">
                  <a:moveTo>
                    <a:pt x="347725" y="140969"/>
                  </a:moveTo>
                  <a:lnTo>
                    <a:pt x="303275" y="142239"/>
                  </a:lnTo>
                  <a:lnTo>
                    <a:pt x="289687" y="167639"/>
                  </a:lnTo>
                  <a:lnTo>
                    <a:pt x="333171" y="167639"/>
                  </a:lnTo>
                  <a:lnTo>
                    <a:pt x="347725" y="140969"/>
                  </a:lnTo>
                  <a:close/>
                </a:path>
                <a:path w="1372235" h="872489">
                  <a:moveTo>
                    <a:pt x="186436" y="115569"/>
                  </a:moveTo>
                  <a:lnTo>
                    <a:pt x="172858" y="116839"/>
                  </a:lnTo>
                  <a:lnTo>
                    <a:pt x="158876" y="121919"/>
                  </a:lnTo>
                  <a:lnTo>
                    <a:pt x="212471" y="121919"/>
                  </a:lnTo>
                  <a:lnTo>
                    <a:pt x="199632" y="116839"/>
                  </a:lnTo>
                  <a:lnTo>
                    <a:pt x="186436" y="11556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 descr="Free Computer Pictures For Kids, Download Free Computer Pictures For Kids  png images, Free ClipArts on Clipart Library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99331" y="3666743"/>
              <a:ext cx="713232" cy="60045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450594" y="5296916"/>
            <a:ext cx="801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1800" b="1" spc="-10" dirty="0">
                <a:solidFill>
                  <a:srgbClr val="001F5F"/>
                </a:solidFill>
                <a:latin typeface="Arial"/>
                <a:cs typeface="Arial"/>
              </a:rPr>
              <a:t>houts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92070" y="5296916"/>
            <a:ext cx="826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1800" b="1" spc="-10" dirty="0">
                <a:solidFill>
                  <a:srgbClr val="001F5F"/>
                </a:solidFill>
                <a:latin typeface="Arial"/>
                <a:cs typeface="Arial"/>
              </a:rPr>
              <a:t>hacks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7244" y="4342891"/>
            <a:ext cx="18116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Kiss</a:t>
            </a:r>
            <a:r>
              <a:rPr sz="22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001F5F"/>
                </a:solidFill>
                <a:latin typeface="Arial"/>
                <a:cs typeface="Arial"/>
              </a:rPr>
              <a:t>Strategy</a:t>
            </a:r>
            <a:endParaRPr sz="2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2140" y="5296916"/>
            <a:ext cx="509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Ki</a:t>
            </a:r>
            <a:r>
              <a:rPr sz="1800" b="1" spc="-10" dirty="0">
                <a:solidFill>
                  <a:srgbClr val="001F5F"/>
                </a:solidFill>
                <a:latin typeface="Arial"/>
                <a:cs typeface="Arial"/>
              </a:rPr>
              <a:t>lls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828800" y="3733800"/>
            <a:ext cx="304800" cy="582295"/>
          </a:xfrm>
          <a:custGeom>
            <a:avLst/>
            <a:gdLst/>
            <a:ahLst/>
            <a:cxnLst/>
            <a:rect l="l" t="t" r="r" b="b"/>
            <a:pathLst>
              <a:path w="304800" h="582295">
                <a:moveTo>
                  <a:pt x="0" y="429768"/>
                </a:moveTo>
                <a:lnTo>
                  <a:pt x="76200" y="429768"/>
                </a:lnTo>
                <a:lnTo>
                  <a:pt x="76200" y="0"/>
                </a:lnTo>
                <a:lnTo>
                  <a:pt x="228600" y="0"/>
                </a:lnTo>
                <a:lnTo>
                  <a:pt x="228600" y="429768"/>
                </a:lnTo>
                <a:lnTo>
                  <a:pt x="304800" y="429768"/>
                </a:lnTo>
                <a:lnTo>
                  <a:pt x="152400" y="582168"/>
                </a:lnTo>
                <a:lnTo>
                  <a:pt x="0" y="429768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3264" y="6053429"/>
            <a:ext cx="17526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 M R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42" y="13004"/>
            <a:ext cx="780470" cy="70551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957322" y="17475"/>
            <a:ext cx="322834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i="1" spc="-215" dirty="0">
                <a:latin typeface="Times New Roman"/>
                <a:cs typeface="Times New Roman"/>
              </a:rPr>
              <a:t>What</a:t>
            </a:r>
            <a:r>
              <a:rPr sz="5000" i="1" spc="-170" dirty="0">
                <a:latin typeface="Times New Roman"/>
                <a:cs typeface="Times New Roman"/>
              </a:rPr>
              <a:t> </a:t>
            </a:r>
            <a:r>
              <a:rPr sz="5000" i="1" spc="-285" dirty="0">
                <a:latin typeface="Times New Roman"/>
                <a:cs typeface="Times New Roman"/>
              </a:rPr>
              <a:t>is</a:t>
            </a:r>
            <a:r>
              <a:rPr sz="5000" i="1" spc="-145" dirty="0">
                <a:latin typeface="Times New Roman"/>
                <a:cs typeface="Times New Roman"/>
              </a:rPr>
              <a:t> </a:t>
            </a:r>
            <a:r>
              <a:rPr sz="5000" i="1" spc="-310" dirty="0">
                <a:latin typeface="Times New Roman"/>
                <a:cs typeface="Times New Roman"/>
              </a:rPr>
              <a:t>data?</a:t>
            </a:r>
            <a:endParaRPr sz="5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699261"/>
            <a:ext cx="1761489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500" dirty="0">
                <a:latin typeface="Calibri"/>
                <a:cs typeface="Calibri"/>
              </a:rPr>
              <a:t>A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FF0000"/>
                </a:solidFill>
                <a:latin typeface="Calibri"/>
                <a:cs typeface="Calibri"/>
              </a:rPr>
              <a:t>Raw</a:t>
            </a:r>
            <a:r>
              <a:rPr sz="25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00" b="1" spc="-20" dirty="0">
                <a:solidFill>
                  <a:srgbClr val="FF0000"/>
                </a:solidFill>
                <a:latin typeface="Calibri"/>
                <a:cs typeface="Calibri"/>
              </a:rPr>
              <a:t>fact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2451633"/>
            <a:ext cx="2731135" cy="23120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4965" algn="l"/>
              </a:tabLst>
            </a:pP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data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may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50" dirty="0">
                <a:latin typeface="Calibri"/>
                <a:cs typeface="Calibri"/>
              </a:rPr>
              <a:t>a</a:t>
            </a:r>
            <a:endParaRPr sz="25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sz="2500" b="1" spc="-10" dirty="0">
                <a:solidFill>
                  <a:srgbClr val="FF0000"/>
                </a:solidFill>
                <a:latin typeface="Calibri"/>
                <a:cs typeface="Calibri"/>
              </a:rPr>
              <a:t>Number</a:t>
            </a:r>
            <a:endParaRPr sz="25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sz="2500" b="1" spc="-20" dirty="0">
                <a:solidFill>
                  <a:srgbClr val="FF0000"/>
                </a:solidFill>
                <a:latin typeface="Calibri"/>
                <a:cs typeface="Calibri"/>
              </a:rPr>
              <a:t>Text</a:t>
            </a:r>
            <a:endParaRPr sz="25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sz="2500" b="1" spc="-10" dirty="0">
                <a:solidFill>
                  <a:srgbClr val="FF0000"/>
                </a:solidFill>
                <a:latin typeface="Calibri"/>
                <a:cs typeface="Calibri"/>
              </a:rPr>
              <a:t>Image</a:t>
            </a:r>
            <a:endParaRPr sz="25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00"/>
              </a:spcBef>
              <a:buFont typeface="Arial MT"/>
              <a:buChar char="–"/>
              <a:tabLst>
                <a:tab pos="756285" algn="l"/>
              </a:tabLst>
            </a:pPr>
            <a:r>
              <a:rPr sz="2500" b="1" spc="-10" dirty="0">
                <a:solidFill>
                  <a:srgbClr val="FF0000"/>
                </a:solidFill>
                <a:latin typeface="Calibri"/>
                <a:cs typeface="Calibri"/>
              </a:rPr>
              <a:t>Audio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1044" y="4814392"/>
            <a:ext cx="107886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>
                <a:solidFill>
                  <a:srgbClr val="FF0000"/>
                </a:solidFill>
                <a:latin typeface="Arial MT"/>
                <a:cs typeface="Arial MT"/>
              </a:rPr>
              <a:t>–</a:t>
            </a:r>
            <a:r>
              <a:rPr sz="2500" spc="1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500" b="1" spc="-10" dirty="0">
                <a:solidFill>
                  <a:srgbClr val="FF0000"/>
                </a:solidFill>
                <a:latin typeface="Calibri"/>
                <a:cs typeface="Calibri"/>
              </a:rPr>
              <a:t>Video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3294" y="4866894"/>
            <a:ext cx="2730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200" b="1" spc="-1597" baseline="-27199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sz="4800" b="1" spc="-30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88694" y="5463946"/>
            <a:ext cx="1885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0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endParaRPr sz="4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0552" y="1412747"/>
            <a:ext cx="2397252" cy="266395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504935" y="642711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3264" y="6053429"/>
            <a:ext cx="17526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 M R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42" y="13004"/>
            <a:ext cx="780470" cy="70551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1140" y="1497213"/>
            <a:ext cx="2487295" cy="34620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195580" algn="l"/>
              </a:tabLst>
            </a:pP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26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FF0000"/>
                </a:solidFill>
                <a:latin typeface="Calibri"/>
                <a:cs typeface="Calibri"/>
              </a:rPr>
              <a:t>Base</a:t>
            </a:r>
            <a:endParaRPr sz="2600">
              <a:latin typeface="Calibri"/>
              <a:cs typeface="Calibri"/>
            </a:endParaRPr>
          </a:p>
          <a:p>
            <a:pPr marL="454025" lvl="1" indent="-258445">
              <a:lnSpc>
                <a:spcPct val="100000"/>
              </a:lnSpc>
              <a:spcBef>
                <a:spcPts val="560"/>
              </a:spcBef>
              <a:buFont typeface="Arial MT"/>
              <a:buChar char="–"/>
              <a:tabLst>
                <a:tab pos="454025" algn="l"/>
              </a:tabLst>
            </a:pPr>
            <a:r>
              <a:rPr sz="2200" dirty="0">
                <a:latin typeface="Calibri"/>
                <a:cs typeface="Calibri"/>
              </a:rPr>
              <a:t>Detailed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data</a:t>
            </a:r>
            <a:endParaRPr sz="2200">
              <a:latin typeface="Calibri"/>
              <a:cs typeface="Calibri"/>
            </a:endParaRPr>
          </a:p>
          <a:p>
            <a:pPr marL="454659" marR="309245" lvl="1" indent="-259079">
              <a:lnSpc>
                <a:spcPct val="100000"/>
              </a:lnSpc>
              <a:spcBef>
                <a:spcPts val="525"/>
              </a:spcBef>
              <a:buFont typeface="Arial MT"/>
              <a:buChar char="–"/>
              <a:tabLst>
                <a:tab pos="454659" algn="l"/>
              </a:tabLst>
            </a:pPr>
            <a:r>
              <a:rPr sz="2200" dirty="0">
                <a:latin typeface="Calibri"/>
                <a:cs typeface="Calibri"/>
              </a:rPr>
              <a:t>Utilizes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current information</a:t>
            </a:r>
            <a:endParaRPr sz="2200">
              <a:latin typeface="Calibri"/>
              <a:cs typeface="Calibri"/>
            </a:endParaRPr>
          </a:p>
          <a:p>
            <a:pPr marL="454659" lvl="1" indent="-259079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454659" algn="l"/>
              </a:tabLst>
            </a:pPr>
            <a:r>
              <a:rPr sz="2200" dirty="0">
                <a:latin typeface="Calibri"/>
                <a:cs typeface="Calibri"/>
              </a:rPr>
              <a:t>Information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from</a:t>
            </a:r>
            <a:endParaRPr sz="2200">
              <a:latin typeface="Calibri"/>
              <a:cs typeface="Calibri"/>
            </a:endParaRPr>
          </a:p>
          <a:p>
            <a:pPr marL="454659">
              <a:lnSpc>
                <a:spcPct val="100000"/>
              </a:lnSpc>
            </a:pPr>
            <a:r>
              <a:rPr sz="2200" dirty="0">
                <a:latin typeface="Calibri"/>
                <a:cs typeface="Calibri"/>
              </a:rPr>
              <a:t>one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main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source</a:t>
            </a:r>
            <a:endParaRPr sz="2200">
              <a:latin typeface="Calibri"/>
              <a:cs typeface="Calibri"/>
            </a:endParaRPr>
          </a:p>
          <a:p>
            <a:pPr marL="454659" marR="5080" lvl="1" indent="-259079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454659" algn="l"/>
              </a:tabLst>
            </a:pPr>
            <a:r>
              <a:rPr sz="2200" dirty="0">
                <a:latin typeface="Calibri"/>
                <a:cs typeface="Calibri"/>
              </a:rPr>
              <a:t>Useful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perform </a:t>
            </a:r>
            <a:r>
              <a:rPr sz="2200" spc="-20" dirty="0">
                <a:latin typeface="Calibri"/>
                <a:cs typeface="Calibri"/>
              </a:rPr>
              <a:t>day-</a:t>
            </a:r>
            <a:r>
              <a:rPr sz="2200" spc="-25" dirty="0">
                <a:latin typeface="Calibri"/>
                <a:cs typeface="Calibri"/>
              </a:rPr>
              <a:t>to-day </a:t>
            </a:r>
            <a:r>
              <a:rPr sz="2200" spc="-10" dirty="0">
                <a:latin typeface="Calibri"/>
                <a:cs typeface="Calibri"/>
              </a:rPr>
              <a:t>operations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04935" y="642711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72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Database</a:t>
            </a:r>
            <a:r>
              <a:rPr sz="3600" spc="-145" dirty="0"/>
              <a:t> </a:t>
            </a:r>
            <a:r>
              <a:rPr sz="3600" dirty="0"/>
              <a:t>Vs</a:t>
            </a:r>
            <a:r>
              <a:rPr sz="3600" spc="-145" dirty="0"/>
              <a:t> </a:t>
            </a:r>
            <a:r>
              <a:rPr sz="3600" dirty="0"/>
              <a:t>Data</a:t>
            </a:r>
            <a:r>
              <a:rPr sz="3600" spc="-145" dirty="0"/>
              <a:t> </a:t>
            </a:r>
            <a:r>
              <a:rPr sz="3600" spc="-20" dirty="0"/>
              <a:t>Warehouse</a:t>
            </a:r>
            <a:r>
              <a:rPr sz="3600" spc="-155" dirty="0"/>
              <a:t> </a:t>
            </a:r>
            <a:r>
              <a:rPr sz="3600" dirty="0"/>
              <a:t>Vs</a:t>
            </a:r>
            <a:r>
              <a:rPr sz="3600" spc="-145" dirty="0"/>
              <a:t> </a:t>
            </a:r>
            <a:r>
              <a:rPr sz="3600" dirty="0"/>
              <a:t>Data</a:t>
            </a:r>
            <a:r>
              <a:rPr sz="3600" spc="-140" dirty="0"/>
              <a:t> </a:t>
            </a:r>
            <a:r>
              <a:rPr sz="3600" spc="-20" dirty="0"/>
              <a:t>Mart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2898775" y="1527163"/>
            <a:ext cx="2640330" cy="312674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195580" algn="l"/>
              </a:tabLst>
            </a:pPr>
            <a:r>
              <a:rPr sz="2600" b="1" dirty="0">
                <a:solidFill>
                  <a:srgbClr val="0000FF"/>
                </a:solidFill>
                <a:latin typeface="Calibri"/>
                <a:cs typeface="Calibri"/>
              </a:rPr>
              <a:t>Data</a:t>
            </a:r>
            <a:r>
              <a:rPr sz="2600" b="1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00FF"/>
                </a:solidFill>
                <a:latin typeface="Calibri"/>
                <a:cs typeface="Calibri"/>
              </a:rPr>
              <a:t>Warehouse</a:t>
            </a:r>
            <a:endParaRPr sz="2600">
              <a:latin typeface="Calibri"/>
              <a:cs typeface="Calibri"/>
            </a:endParaRPr>
          </a:p>
          <a:p>
            <a:pPr marL="377825" lvl="1" indent="-274320">
              <a:lnSpc>
                <a:spcPct val="100000"/>
              </a:lnSpc>
              <a:spcBef>
                <a:spcPts val="560"/>
              </a:spcBef>
              <a:buFont typeface="Arial MT"/>
              <a:buChar char="–"/>
              <a:tabLst>
                <a:tab pos="377825" algn="l"/>
              </a:tabLst>
            </a:pPr>
            <a:r>
              <a:rPr sz="2200" spc="-10" dirty="0">
                <a:latin typeface="Calibri"/>
                <a:cs typeface="Calibri"/>
              </a:rPr>
              <a:t>Summarized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data</a:t>
            </a:r>
            <a:endParaRPr sz="2200">
              <a:latin typeface="Calibri"/>
              <a:cs typeface="Calibri"/>
            </a:endParaRPr>
          </a:p>
          <a:p>
            <a:pPr marL="378460" marR="50165" lvl="1" indent="-274320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378460" algn="l"/>
              </a:tabLst>
            </a:pPr>
            <a:r>
              <a:rPr sz="2200" spc="-10" dirty="0">
                <a:latin typeface="Calibri"/>
                <a:cs typeface="Calibri"/>
              </a:rPr>
              <a:t>Historical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&amp;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current information</a:t>
            </a:r>
            <a:endParaRPr sz="2200">
              <a:latin typeface="Calibri"/>
              <a:cs typeface="Calibri"/>
            </a:endParaRPr>
          </a:p>
          <a:p>
            <a:pPr marL="377190" lvl="1" indent="-273685">
              <a:lnSpc>
                <a:spcPct val="100000"/>
              </a:lnSpc>
              <a:spcBef>
                <a:spcPts val="525"/>
              </a:spcBef>
              <a:buFont typeface="Arial MT"/>
              <a:buChar char="–"/>
              <a:tabLst>
                <a:tab pos="377190" algn="l"/>
              </a:tabLst>
            </a:pPr>
            <a:r>
              <a:rPr sz="2200" spc="-10" dirty="0">
                <a:latin typeface="Calibri"/>
                <a:cs typeface="Calibri"/>
              </a:rPr>
              <a:t>Information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from</a:t>
            </a:r>
            <a:endParaRPr sz="2200">
              <a:latin typeface="Calibri"/>
              <a:cs typeface="Calibri"/>
            </a:endParaRPr>
          </a:p>
          <a:p>
            <a:pPr marL="37846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Calibri"/>
                <a:cs typeface="Calibri"/>
              </a:rPr>
              <a:t>various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sources</a:t>
            </a:r>
            <a:endParaRPr sz="2200">
              <a:latin typeface="Calibri"/>
              <a:cs typeface="Calibri"/>
            </a:endParaRPr>
          </a:p>
          <a:p>
            <a:pPr marL="378460" marR="5080" lvl="1" indent="-274320">
              <a:lnSpc>
                <a:spcPct val="100000"/>
              </a:lnSpc>
              <a:spcBef>
                <a:spcPts val="525"/>
              </a:spcBef>
              <a:buFont typeface="Arial MT"/>
              <a:buChar char="–"/>
              <a:tabLst>
                <a:tab pos="378460" algn="l"/>
              </a:tabLst>
            </a:pPr>
            <a:r>
              <a:rPr sz="2200" dirty="0">
                <a:latin typeface="Calibri"/>
                <a:cs typeface="Calibri"/>
              </a:rPr>
              <a:t>Useful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perform </a:t>
            </a:r>
            <a:r>
              <a:rPr sz="2200" dirty="0">
                <a:latin typeface="Calibri"/>
                <a:cs typeface="Calibri"/>
              </a:rPr>
              <a:t>business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operations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18809" y="1527163"/>
            <a:ext cx="3128010" cy="33947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195580" algn="l"/>
              </a:tabLst>
            </a:pPr>
            <a:r>
              <a:rPr sz="2600" b="1" dirty="0">
                <a:solidFill>
                  <a:srgbClr val="FF0066"/>
                </a:solidFill>
                <a:latin typeface="Calibri"/>
                <a:cs typeface="Calibri"/>
              </a:rPr>
              <a:t>Data</a:t>
            </a:r>
            <a:r>
              <a:rPr sz="2600" b="1" spc="-75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FF0066"/>
                </a:solidFill>
                <a:latin typeface="Calibri"/>
                <a:cs typeface="Calibri"/>
              </a:rPr>
              <a:t>Mart</a:t>
            </a:r>
            <a:endParaRPr sz="2600">
              <a:latin typeface="Calibri"/>
              <a:cs typeface="Calibri"/>
            </a:endParaRPr>
          </a:p>
          <a:p>
            <a:pPr marL="378460" marR="5080" lvl="1" indent="-274320">
              <a:lnSpc>
                <a:spcPct val="100000"/>
              </a:lnSpc>
              <a:spcBef>
                <a:spcPts val="560"/>
              </a:spcBef>
              <a:buFont typeface="Arial MT"/>
              <a:buChar char="–"/>
              <a:tabLst>
                <a:tab pos="378460" algn="l"/>
              </a:tabLst>
            </a:pPr>
            <a:r>
              <a:rPr sz="2200" spc="-10" dirty="0">
                <a:latin typeface="Calibri"/>
                <a:cs typeface="Calibri"/>
              </a:rPr>
              <a:t>Condensed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Summarized </a:t>
            </a:r>
            <a:r>
              <a:rPr sz="2200" spc="-20" dirty="0">
                <a:latin typeface="Calibri"/>
                <a:cs typeface="Calibri"/>
              </a:rPr>
              <a:t>data</a:t>
            </a:r>
            <a:endParaRPr sz="2200">
              <a:latin typeface="Calibri"/>
              <a:cs typeface="Calibri"/>
            </a:endParaRPr>
          </a:p>
          <a:p>
            <a:pPr marL="378460" marR="355600" lvl="1" indent="-274320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378460" algn="l"/>
              </a:tabLst>
            </a:pPr>
            <a:r>
              <a:rPr sz="2200" dirty="0">
                <a:latin typeface="Calibri"/>
                <a:cs typeface="Calibri"/>
              </a:rPr>
              <a:t>Internal</a:t>
            </a:r>
            <a:r>
              <a:rPr sz="2200" spc="-1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department-based/specific information</a:t>
            </a:r>
            <a:endParaRPr sz="2200">
              <a:latin typeface="Calibri"/>
              <a:cs typeface="Calibri"/>
            </a:endParaRPr>
          </a:p>
          <a:p>
            <a:pPr marL="378460" marR="725805" lvl="1" indent="-274320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378460" algn="l"/>
              </a:tabLst>
            </a:pPr>
            <a:r>
              <a:rPr sz="2200" dirty="0">
                <a:latin typeface="Calibri"/>
                <a:cs typeface="Calibri"/>
              </a:rPr>
              <a:t>Useful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perform </a:t>
            </a:r>
            <a:r>
              <a:rPr sz="2200" dirty="0">
                <a:latin typeface="Calibri"/>
                <a:cs typeface="Calibri"/>
              </a:rPr>
              <a:t>internal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business operations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90827" y="2281427"/>
            <a:ext cx="1353820" cy="597535"/>
            <a:chOff x="1290827" y="2281427"/>
            <a:chExt cx="1353820" cy="5975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399" y="2285999"/>
              <a:ext cx="1344168" cy="5882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95399" y="2285999"/>
              <a:ext cx="1344295" cy="588645"/>
            </a:xfrm>
            <a:custGeom>
              <a:avLst/>
              <a:gdLst/>
              <a:ahLst/>
              <a:cxnLst/>
              <a:rect l="l" t="t" r="r" b="b"/>
              <a:pathLst>
                <a:path w="1344295" h="588644">
                  <a:moveTo>
                    <a:pt x="0" y="294132"/>
                  </a:moveTo>
                  <a:lnTo>
                    <a:pt x="12117" y="238243"/>
                  </a:lnTo>
                  <a:lnTo>
                    <a:pt x="46967" y="185893"/>
                  </a:lnTo>
                  <a:lnTo>
                    <a:pt x="102299" y="138068"/>
                  </a:lnTo>
                  <a:lnTo>
                    <a:pt x="136941" y="116161"/>
                  </a:lnTo>
                  <a:lnTo>
                    <a:pt x="175859" y="95755"/>
                  </a:lnTo>
                  <a:lnTo>
                    <a:pt x="218772" y="76973"/>
                  </a:lnTo>
                  <a:lnTo>
                    <a:pt x="265397" y="59939"/>
                  </a:lnTo>
                  <a:lnTo>
                    <a:pt x="315453" y="44777"/>
                  </a:lnTo>
                  <a:lnTo>
                    <a:pt x="368659" y="31609"/>
                  </a:lnTo>
                  <a:lnTo>
                    <a:pt x="424734" y="20558"/>
                  </a:lnTo>
                  <a:lnTo>
                    <a:pt x="483395" y="11749"/>
                  </a:lnTo>
                  <a:lnTo>
                    <a:pt x="544361" y="5304"/>
                  </a:lnTo>
                  <a:lnTo>
                    <a:pt x="607351" y="1346"/>
                  </a:lnTo>
                  <a:lnTo>
                    <a:pt x="672083" y="0"/>
                  </a:lnTo>
                  <a:lnTo>
                    <a:pt x="736816" y="1346"/>
                  </a:lnTo>
                  <a:lnTo>
                    <a:pt x="799806" y="5304"/>
                  </a:lnTo>
                  <a:lnTo>
                    <a:pt x="860772" y="11749"/>
                  </a:lnTo>
                  <a:lnTo>
                    <a:pt x="919433" y="20558"/>
                  </a:lnTo>
                  <a:lnTo>
                    <a:pt x="975508" y="31609"/>
                  </a:lnTo>
                  <a:lnTo>
                    <a:pt x="1028714" y="44777"/>
                  </a:lnTo>
                  <a:lnTo>
                    <a:pt x="1078770" y="59939"/>
                  </a:lnTo>
                  <a:lnTo>
                    <a:pt x="1125395" y="76973"/>
                  </a:lnTo>
                  <a:lnTo>
                    <a:pt x="1168308" y="95755"/>
                  </a:lnTo>
                  <a:lnTo>
                    <a:pt x="1207226" y="116161"/>
                  </a:lnTo>
                  <a:lnTo>
                    <a:pt x="1241868" y="138068"/>
                  </a:lnTo>
                  <a:lnTo>
                    <a:pt x="1297200" y="185893"/>
                  </a:lnTo>
                  <a:lnTo>
                    <a:pt x="1332050" y="238243"/>
                  </a:lnTo>
                  <a:lnTo>
                    <a:pt x="1344168" y="294132"/>
                  </a:lnTo>
                  <a:lnTo>
                    <a:pt x="1341091" y="322457"/>
                  </a:lnTo>
                  <a:lnTo>
                    <a:pt x="1317326" y="376699"/>
                  </a:lnTo>
                  <a:lnTo>
                    <a:pt x="1271954" y="426910"/>
                  </a:lnTo>
                  <a:lnTo>
                    <a:pt x="1207226" y="472102"/>
                  </a:lnTo>
                  <a:lnTo>
                    <a:pt x="1168308" y="492508"/>
                  </a:lnTo>
                  <a:lnTo>
                    <a:pt x="1125395" y="511290"/>
                  </a:lnTo>
                  <a:lnTo>
                    <a:pt x="1078770" y="528324"/>
                  </a:lnTo>
                  <a:lnTo>
                    <a:pt x="1028714" y="543486"/>
                  </a:lnTo>
                  <a:lnTo>
                    <a:pt x="975508" y="556654"/>
                  </a:lnTo>
                  <a:lnTo>
                    <a:pt x="919433" y="567705"/>
                  </a:lnTo>
                  <a:lnTo>
                    <a:pt x="860772" y="576514"/>
                  </a:lnTo>
                  <a:lnTo>
                    <a:pt x="799806" y="582959"/>
                  </a:lnTo>
                  <a:lnTo>
                    <a:pt x="736816" y="586917"/>
                  </a:lnTo>
                  <a:lnTo>
                    <a:pt x="672083" y="588263"/>
                  </a:lnTo>
                  <a:lnTo>
                    <a:pt x="607351" y="586917"/>
                  </a:lnTo>
                  <a:lnTo>
                    <a:pt x="544361" y="582959"/>
                  </a:lnTo>
                  <a:lnTo>
                    <a:pt x="483395" y="576514"/>
                  </a:lnTo>
                  <a:lnTo>
                    <a:pt x="424734" y="567705"/>
                  </a:lnTo>
                  <a:lnTo>
                    <a:pt x="368659" y="556654"/>
                  </a:lnTo>
                  <a:lnTo>
                    <a:pt x="315453" y="543486"/>
                  </a:lnTo>
                  <a:lnTo>
                    <a:pt x="265397" y="528324"/>
                  </a:lnTo>
                  <a:lnTo>
                    <a:pt x="218772" y="511290"/>
                  </a:lnTo>
                  <a:lnTo>
                    <a:pt x="175859" y="492508"/>
                  </a:lnTo>
                  <a:lnTo>
                    <a:pt x="136941" y="472102"/>
                  </a:lnTo>
                  <a:lnTo>
                    <a:pt x="102299" y="450195"/>
                  </a:lnTo>
                  <a:lnTo>
                    <a:pt x="46967" y="402370"/>
                  </a:lnTo>
                  <a:lnTo>
                    <a:pt x="12117" y="350020"/>
                  </a:lnTo>
                  <a:lnTo>
                    <a:pt x="0" y="294132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2600" y="2285999"/>
              <a:ext cx="588263" cy="5882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52600" y="2285999"/>
              <a:ext cx="588645" cy="588645"/>
            </a:xfrm>
            <a:custGeom>
              <a:avLst/>
              <a:gdLst/>
              <a:ahLst/>
              <a:cxnLst/>
              <a:rect l="l" t="t" r="r" b="b"/>
              <a:pathLst>
                <a:path w="588644" h="588644">
                  <a:moveTo>
                    <a:pt x="0" y="294132"/>
                  </a:moveTo>
                  <a:lnTo>
                    <a:pt x="3850" y="246425"/>
                  </a:lnTo>
                  <a:lnTo>
                    <a:pt x="14996" y="201167"/>
                  </a:lnTo>
                  <a:lnTo>
                    <a:pt x="32832" y="158966"/>
                  </a:lnTo>
                  <a:lnTo>
                    <a:pt x="56753" y="120426"/>
                  </a:lnTo>
                  <a:lnTo>
                    <a:pt x="86153" y="86153"/>
                  </a:lnTo>
                  <a:lnTo>
                    <a:pt x="120426" y="56753"/>
                  </a:lnTo>
                  <a:lnTo>
                    <a:pt x="158966" y="32832"/>
                  </a:lnTo>
                  <a:lnTo>
                    <a:pt x="201167" y="14996"/>
                  </a:lnTo>
                  <a:lnTo>
                    <a:pt x="246425" y="3850"/>
                  </a:lnTo>
                  <a:lnTo>
                    <a:pt x="294131" y="0"/>
                  </a:lnTo>
                  <a:lnTo>
                    <a:pt x="341838" y="3850"/>
                  </a:lnTo>
                  <a:lnTo>
                    <a:pt x="387095" y="14996"/>
                  </a:lnTo>
                  <a:lnTo>
                    <a:pt x="429297" y="32832"/>
                  </a:lnTo>
                  <a:lnTo>
                    <a:pt x="467837" y="56753"/>
                  </a:lnTo>
                  <a:lnTo>
                    <a:pt x="502110" y="86153"/>
                  </a:lnTo>
                  <a:lnTo>
                    <a:pt x="531510" y="120426"/>
                  </a:lnTo>
                  <a:lnTo>
                    <a:pt x="555431" y="158966"/>
                  </a:lnTo>
                  <a:lnTo>
                    <a:pt x="573267" y="201168"/>
                  </a:lnTo>
                  <a:lnTo>
                    <a:pt x="584413" y="246425"/>
                  </a:lnTo>
                  <a:lnTo>
                    <a:pt x="588263" y="294132"/>
                  </a:lnTo>
                  <a:lnTo>
                    <a:pt x="584413" y="341838"/>
                  </a:lnTo>
                  <a:lnTo>
                    <a:pt x="573267" y="387096"/>
                  </a:lnTo>
                  <a:lnTo>
                    <a:pt x="555431" y="429297"/>
                  </a:lnTo>
                  <a:lnTo>
                    <a:pt x="531510" y="467837"/>
                  </a:lnTo>
                  <a:lnTo>
                    <a:pt x="502110" y="502110"/>
                  </a:lnTo>
                  <a:lnTo>
                    <a:pt x="467837" y="531510"/>
                  </a:lnTo>
                  <a:lnTo>
                    <a:pt x="429297" y="555431"/>
                  </a:lnTo>
                  <a:lnTo>
                    <a:pt x="387096" y="573267"/>
                  </a:lnTo>
                  <a:lnTo>
                    <a:pt x="341838" y="584413"/>
                  </a:lnTo>
                  <a:lnTo>
                    <a:pt x="294131" y="588263"/>
                  </a:lnTo>
                  <a:lnTo>
                    <a:pt x="246425" y="584413"/>
                  </a:lnTo>
                  <a:lnTo>
                    <a:pt x="201168" y="573267"/>
                  </a:lnTo>
                  <a:lnTo>
                    <a:pt x="158966" y="555431"/>
                  </a:lnTo>
                  <a:lnTo>
                    <a:pt x="120426" y="531510"/>
                  </a:lnTo>
                  <a:lnTo>
                    <a:pt x="86153" y="502110"/>
                  </a:lnTo>
                  <a:lnTo>
                    <a:pt x="56753" y="467837"/>
                  </a:lnTo>
                  <a:lnTo>
                    <a:pt x="32832" y="429297"/>
                  </a:lnTo>
                  <a:lnTo>
                    <a:pt x="14996" y="387095"/>
                  </a:lnTo>
                  <a:lnTo>
                    <a:pt x="3850" y="341838"/>
                  </a:lnTo>
                  <a:lnTo>
                    <a:pt x="0" y="294132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2827" y="2586227"/>
              <a:ext cx="176784" cy="176784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3352332" y="3358987"/>
            <a:ext cx="2826385" cy="1945639"/>
            <a:chOff x="3352332" y="3358987"/>
            <a:chExt cx="2826385" cy="1945639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7094" y="3363750"/>
              <a:ext cx="2816445" cy="13654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97985" y="5224017"/>
              <a:ext cx="75945" cy="7581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29861" y="5025262"/>
              <a:ext cx="151764" cy="15163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91965" y="4756784"/>
              <a:ext cx="227584" cy="22758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57094" y="3363750"/>
              <a:ext cx="2816860" cy="1365885"/>
            </a:xfrm>
            <a:custGeom>
              <a:avLst/>
              <a:gdLst/>
              <a:ahLst/>
              <a:cxnLst/>
              <a:rect l="l" t="t" r="r" b="b"/>
              <a:pathLst>
                <a:path w="2816860" h="1365885">
                  <a:moveTo>
                    <a:pt x="255801" y="449424"/>
                  </a:moveTo>
                  <a:lnTo>
                    <a:pt x="251728" y="410000"/>
                  </a:lnTo>
                  <a:lnTo>
                    <a:pt x="255594" y="371490"/>
                  </a:lnTo>
                  <a:lnTo>
                    <a:pt x="266951" y="334283"/>
                  </a:lnTo>
                  <a:lnTo>
                    <a:pt x="285349" y="298769"/>
                  </a:lnTo>
                  <a:lnTo>
                    <a:pt x="310341" y="265339"/>
                  </a:lnTo>
                  <a:lnTo>
                    <a:pt x="341478" y="234382"/>
                  </a:lnTo>
                  <a:lnTo>
                    <a:pt x="378311" y="206287"/>
                  </a:lnTo>
                  <a:lnTo>
                    <a:pt x="420393" y="181445"/>
                  </a:lnTo>
                  <a:lnTo>
                    <a:pt x="467274" y="160245"/>
                  </a:lnTo>
                  <a:lnTo>
                    <a:pt x="518506" y="143078"/>
                  </a:lnTo>
                  <a:lnTo>
                    <a:pt x="573640" y="130333"/>
                  </a:lnTo>
                  <a:lnTo>
                    <a:pt x="632229" y="122399"/>
                  </a:lnTo>
                  <a:lnTo>
                    <a:pt x="681061" y="119829"/>
                  </a:lnTo>
                  <a:lnTo>
                    <a:pt x="729727" y="120842"/>
                  </a:lnTo>
                  <a:lnTo>
                    <a:pt x="777787" y="125384"/>
                  </a:lnTo>
                  <a:lnTo>
                    <a:pt x="824798" y="133397"/>
                  </a:lnTo>
                  <a:lnTo>
                    <a:pt x="870321" y="144824"/>
                  </a:lnTo>
                  <a:lnTo>
                    <a:pt x="913915" y="159610"/>
                  </a:lnTo>
                  <a:lnTo>
                    <a:pt x="941301" y="130805"/>
                  </a:lnTo>
                  <a:lnTo>
                    <a:pt x="973930" y="105586"/>
                  </a:lnTo>
                  <a:lnTo>
                    <a:pt x="1011073" y="84103"/>
                  </a:lnTo>
                  <a:lnTo>
                    <a:pt x="1052004" y="66502"/>
                  </a:lnTo>
                  <a:lnTo>
                    <a:pt x="1095994" y="52934"/>
                  </a:lnTo>
                  <a:lnTo>
                    <a:pt x="1142316" y="43545"/>
                  </a:lnTo>
                  <a:lnTo>
                    <a:pt x="1190242" y="38484"/>
                  </a:lnTo>
                  <a:lnTo>
                    <a:pt x="1239044" y="37899"/>
                  </a:lnTo>
                  <a:lnTo>
                    <a:pt x="1287995" y="41940"/>
                  </a:lnTo>
                  <a:lnTo>
                    <a:pt x="1336368" y="50753"/>
                  </a:lnTo>
                  <a:lnTo>
                    <a:pt x="1383434" y="64487"/>
                  </a:lnTo>
                  <a:lnTo>
                    <a:pt x="1426011" y="82140"/>
                  </a:lnTo>
                  <a:lnTo>
                    <a:pt x="1464206" y="103603"/>
                  </a:lnTo>
                  <a:lnTo>
                    <a:pt x="1491120" y="74739"/>
                  </a:lnTo>
                  <a:lnTo>
                    <a:pt x="1524408" y="50195"/>
                  </a:lnTo>
                  <a:lnTo>
                    <a:pt x="1562993" y="30211"/>
                  </a:lnTo>
                  <a:lnTo>
                    <a:pt x="1605799" y="15025"/>
                  </a:lnTo>
                  <a:lnTo>
                    <a:pt x="1651749" y="4875"/>
                  </a:lnTo>
                  <a:lnTo>
                    <a:pt x="1699767" y="0"/>
                  </a:lnTo>
                  <a:lnTo>
                    <a:pt x="1748776" y="637"/>
                  </a:lnTo>
                  <a:lnTo>
                    <a:pt x="1797699" y="7025"/>
                  </a:lnTo>
                  <a:lnTo>
                    <a:pt x="1845460" y="19402"/>
                  </a:lnTo>
                  <a:lnTo>
                    <a:pt x="1899721" y="42739"/>
                  </a:lnTo>
                  <a:lnTo>
                    <a:pt x="1944647" y="73504"/>
                  </a:lnTo>
                  <a:lnTo>
                    <a:pt x="1980967" y="49494"/>
                  </a:lnTo>
                  <a:lnTo>
                    <a:pt x="2021572" y="30152"/>
                  </a:lnTo>
                  <a:lnTo>
                    <a:pt x="2065544" y="15526"/>
                  </a:lnTo>
                  <a:lnTo>
                    <a:pt x="2111964" y="5666"/>
                  </a:lnTo>
                  <a:lnTo>
                    <a:pt x="2159912" y="622"/>
                  </a:lnTo>
                  <a:lnTo>
                    <a:pt x="2208470" y="444"/>
                  </a:lnTo>
                  <a:lnTo>
                    <a:pt x="2256718" y="5180"/>
                  </a:lnTo>
                  <a:lnTo>
                    <a:pt x="2303738" y="14881"/>
                  </a:lnTo>
                  <a:lnTo>
                    <a:pt x="2348610" y="29596"/>
                  </a:lnTo>
                  <a:lnTo>
                    <a:pt x="2390417" y="49374"/>
                  </a:lnTo>
                  <a:lnTo>
                    <a:pt x="2428894" y="74927"/>
                  </a:lnTo>
                  <a:lnTo>
                    <a:pt x="2459918" y="104254"/>
                  </a:lnTo>
                  <a:lnTo>
                    <a:pt x="2482893" y="136653"/>
                  </a:lnTo>
                  <a:lnTo>
                    <a:pt x="2497224" y="171421"/>
                  </a:lnTo>
                  <a:lnTo>
                    <a:pt x="2550377" y="184099"/>
                  </a:lnTo>
                  <a:lnTo>
                    <a:pt x="2598478" y="201781"/>
                  </a:lnTo>
                  <a:lnTo>
                    <a:pt x="2641025" y="223886"/>
                  </a:lnTo>
                  <a:lnTo>
                    <a:pt x="2677513" y="249832"/>
                  </a:lnTo>
                  <a:lnTo>
                    <a:pt x="2707441" y="279038"/>
                  </a:lnTo>
                  <a:lnTo>
                    <a:pt x="2730304" y="310922"/>
                  </a:lnTo>
                  <a:lnTo>
                    <a:pt x="2752829" y="380400"/>
                  </a:lnTo>
                  <a:lnTo>
                    <a:pt x="2751484" y="416831"/>
                  </a:lnTo>
                  <a:lnTo>
                    <a:pt x="2741064" y="453615"/>
                  </a:lnTo>
                  <a:lnTo>
                    <a:pt x="2725189" y="483841"/>
                  </a:lnTo>
                  <a:lnTo>
                    <a:pt x="2758442" y="516820"/>
                  </a:lnTo>
                  <a:lnTo>
                    <a:pt x="2784097" y="551614"/>
                  </a:lnTo>
                  <a:lnTo>
                    <a:pt x="2802252" y="587737"/>
                  </a:lnTo>
                  <a:lnTo>
                    <a:pt x="2813002" y="624703"/>
                  </a:lnTo>
                  <a:lnTo>
                    <a:pt x="2816445" y="662025"/>
                  </a:lnTo>
                  <a:lnTo>
                    <a:pt x="2812676" y="699217"/>
                  </a:lnTo>
                  <a:lnTo>
                    <a:pt x="2801793" y="735793"/>
                  </a:lnTo>
                  <a:lnTo>
                    <a:pt x="2783891" y="771266"/>
                  </a:lnTo>
                  <a:lnTo>
                    <a:pt x="2759068" y="805149"/>
                  </a:lnTo>
                  <a:lnTo>
                    <a:pt x="2727420" y="836957"/>
                  </a:lnTo>
                  <a:lnTo>
                    <a:pt x="2689044" y="866203"/>
                  </a:lnTo>
                  <a:lnTo>
                    <a:pt x="2644036" y="892400"/>
                  </a:lnTo>
                  <a:lnTo>
                    <a:pt x="2596949" y="913282"/>
                  </a:lnTo>
                  <a:lnTo>
                    <a:pt x="2546420" y="929913"/>
                  </a:lnTo>
                  <a:lnTo>
                    <a:pt x="2493106" y="942139"/>
                  </a:lnTo>
                  <a:lnTo>
                    <a:pt x="2437661" y="949804"/>
                  </a:lnTo>
                  <a:lnTo>
                    <a:pt x="2433133" y="986547"/>
                  </a:lnTo>
                  <a:lnTo>
                    <a:pt x="2401379" y="1054485"/>
                  </a:lnTo>
                  <a:lnTo>
                    <a:pt x="2375327" y="1084919"/>
                  </a:lnTo>
                  <a:lnTo>
                    <a:pt x="2343277" y="1112488"/>
                  </a:lnTo>
                  <a:lnTo>
                    <a:pt x="2305816" y="1136813"/>
                  </a:lnTo>
                  <a:lnTo>
                    <a:pt x="2263533" y="1157512"/>
                  </a:lnTo>
                  <a:lnTo>
                    <a:pt x="2217015" y="1174205"/>
                  </a:lnTo>
                  <a:lnTo>
                    <a:pt x="2166850" y="1186511"/>
                  </a:lnTo>
                  <a:lnTo>
                    <a:pt x="2113626" y="1194049"/>
                  </a:lnTo>
                  <a:lnTo>
                    <a:pt x="2057931" y="1196438"/>
                  </a:lnTo>
                  <a:lnTo>
                    <a:pt x="2006212" y="1193867"/>
                  </a:lnTo>
                  <a:lnTo>
                    <a:pt x="1955743" y="1186628"/>
                  </a:lnTo>
                  <a:lnTo>
                    <a:pt x="1907251" y="1174864"/>
                  </a:lnTo>
                  <a:lnTo>
                    <a:pt x="1861462" y="1158719"/>
                  </a:lnTo>
                  <a:lnTo>
                    <a:pt x="1842202" y="1193049"/>
                  </a:lnTo>
                  <a:lnTo>
                    <a:pt x="1817239" y="1224816"/>
                  </a:lnTo>
                  <a:lnTo>
                    <a:pt x="1787086" y="1253839"/>
                  </a:lnTo>
                  <a:lnTo>
                    <a:pt x="1752257" y="1279936"/>
                  </a:lnTo>
                  <a:lnTo>
                    <a:pt x="1713266" y="1302926"/>
                  </a:lnTo>
                  <a:lnTo>
                    <a:pt x="1670628" y="1322626"/>
                  </a:lnTo>
                  <a:lnTo>
                    <a:pt x="1624856" y="1338854"/>
                  </a:lnTo>
                  <a:lnTo>
                    <a:pt x="1576465" y="1351430"/>
                  </a:lnTo>
                  <a:lnTo>
                    <a:pt x="1525968" y="1360172"/>
                  </a:lnTo>
                  <a:lnTo>
                    <a:pt x="1473879" y="1364897"/>
                  </a:lnTo>
                  <a:lnTo>
                    <a:pt x="1420712" y="1365424"/>
                  </a:lnTo>
                  <a:lnTo>
                    <a:pt x="1366982" y="1361571"/>
                  </a:lnTo>
                  <a:lnTo>
                    <a:pt x="1313203" y="1353156"/>
                  </a:lnTo>
                  <a:lnTo>
                    <a:pt x="1256458" y="1338870"/>
                  </a:lnTo>
                  <a:lnTo>
                    <a:pt x="1203578" y="1319701"/>
                  </a:lnTo>
                  <a:lnTo>
                    <a:pt x="1155259" y="1295979"/>
                  </a:lnTo>
                  <a:lnTo>
                    <a:pt x="1112193" y="1268032"/>
                  </a:lnTo>
                  <a:lnTo>
                    <a:pt x="1075078" y="1236189"/>
                  </a:lnTo>
                  <a:lnTo>
                    <a:pt x="1026603" y="1253229"/>
                  </a:lnTo>
                  <a:lnTo>
                    <a:pt x="976660" y="1266447"/>
                  </a:lnTo>
                  <a:lnTo>
                    <a:pt x="925668" y="1275914"/>
                  </a:lnTo>
                  <a:lnTo>
                    <a:pt x="874048" y="1281698"/>
                  </a:lnTo>
                  <a:lnTo>
                    <a:pt x="822221" y="1283871"/>
                  </a:lnTo>
                  <a:lnTo>
                    <a:pt x="770607" y="1282501"/>
                  </a:lnTo>
                  <a:lnTo>
                    <a:pt x="719627" y="1277658"/>
                  </a:lnTo>
                  <a:lnTo>
                    <a:pt x="669702" y="1269412"/>
                  </a:lnTo>
                  <a:lnTo>
                    <a:pt x="621252" y="1257833"/>
                  </a:lnTo>
                  <a:lnTo>
                    <a:pt x="574698" y="1242991"/>
                  </a:lnTo>
                  <a:lnTo>
                    <a:pt x="530460" y="1224955"/>
                  </a:lnTo>
                  <a:lnTo>
                    <a:pt x="488960" y="1203795"/>
                  </a:lnTo>
                  <a:lnTo>
                    <a:pt x="450617" y="1179581"/>
                  </a:lnTo>
                  <a:lnTo>
                    <a:pt x="415852" y="1152383"/>
                  </a:lnTo>
                  <a:lnTo>
                    <a:pt x="385087" y="1122270"/>
                  </a:lnTo>
                  <a:lnTo>
                    <a:pt x="379880" y="1116301"/>
                  </a:lnTo>
                  <a:lnTo>
                    <a:pt x="322346" y="1116929"/>
                  </a:lnTo>
                  <a:lnTo>
                    <a:pt x="267461" y="1110203"/>
                  </a:lnTo>
                  <a:lnTo>
                    <a:pt x="216493" y="1096783"/>
                  </a:lnTo>
                  <a:lnTo>
                    <a:pt x="170711" y="1077328"/>
                  </a:lnTo>
                  <a:lnTo>
                    <a:pt x="131381" y="1052497"/>
                  </a:lnTo>
                  <a:lnTo>
                    <a:pt x="99773" y="1022950"/>
                  </a:lnTo>
                  <a:lnTo>
                    <a:pt x="77154" y="989346"/>
                  </a:lnTo>
                  <a:lnTo>
                    <a:pt x="64793" y="952344"/>
                  </a:lnTo>
                  <a:lnTo>
                    <a:pt x="64299" y="911520"/>
                  </a:lnTo>
                  <a:lnTo>
                    <a:pt x="77032" y="872064"/>
                  </a:lnTo>
                  <a:lnTo>
                    <a:pt x="102315" y="835348"/>
                  </a:lnTo>
                  <a:lnTo>
                    <a:pt x="139469" y="802738"/>
                  </a:lnTo>
                  <a:lnTo>
                    <a:pt x="93156" y="780301"/>
                  </a:lnTo>
                  <a:lnTo>
                    <a:pt x="55645" y="753018"/>
                  </a:lnTo>
                  <a:lnTo>
                    <a:pt x="27343" y="721925"/>
                  </a:lnTo>
                  <a:lnTo>
                    <a:pt x="8659" y="688057"/>
                  </a:lnTo>
                  <a:lnTo>
                    <a:pt x="0" y="652452"/>
                  </a:lnTo>
                  <a:lnTo>
                    <a:pt x="1773" y="616144"/>
                  </a:lnTo>
                  <a:lnTo>
                    <a:pt x="14387" y="580169"/>
                  </a:lnTo>
                  <a:lnTo>
                    <a:pt x="38250" y="545563"/>
                  </a:lnTo>
                  <a:lnTo>
                    <a:pt x="69524" y="516737"/>
                  </a:lnTo>
                  <a:lnTo>
                    <a:pt x="107852" y="492624"/>
                  </a:lnTo>
                  <a:lnTo>
                    <a:pt x="152056" y="473728"/>
                  </a:lnTo>
                  <a:lnTo>
                    <a:pt x="200960" y="460557"/>
                  </a:lnTo>
                  <a:lnTo>
                    <a:pt x="253388" y="453615"/>
                  </a:lnTo>
                  <a:lnTo>
                    <a:pt x="255801" y="449424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93413" y="5219445"/>
              <a:ext cx="85089" cy="849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25290" y="5020690"/>
              <a:ext cx="160909" cy="16078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87393" y="4752212"/>
              <a:ext cx="236728" cy="23672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499612" y="4161154"/>
              <a:ext cx="1736725" cy="433705"/>
            </a:xfrm>
            <a:custGeom>
              <a:avLst/>
              <a:gdLst/>
              <a:ahLst/>
              <a:cxnLst/>
              <a:rect l="l" t="t" r="r" b="b"/>
              <a:pathLst>
                <a:path w="1736725" h="433704">
                  <a:moveTo>
                    <a:pt x="164846" y="25146"/>
                  </a:moveTo>
                  <a:lnTo>
                    <a:pt x="121818" y="25217"/>
                  </a:lnTo>
                  <a:lnTo>
                    <a:pt x="79517" y="20955"/>
                  </a:lnTo>
                  <a:lnTo>
                    <a:pt x="38669" y="12501"/>
                  </a:lnTo>
                  <a:lnTo>
                    <a:pt x="0" y="0"/>
                  </a:lnTo>
                </a:path>
                <a:path w="1736725" h="433704">
                  <a:moveTo>
                    <a:pt x="310514" y="300863"/>
                  </a:moveTo>
                  <a:lnTo>
                    <a:pt x="292901" y="305052"/>
                  </a:lnTo>
                  <a:lnTo>
                    <a:pt x="274955" y="308467"/>
                  </a:lnTo>
                  <a:lnTo>
                    <a:pt x="256722" y="311096"/>
                  </a:lnTo>
                  <a:lnTo>
                    <a:pt x="238251" y="312928"/>
                  </a:lnTo>
                </a:path>
                <a:path w="1736725" h="433704">
                  <a:moveTo>
                    <a:pt x="932434" y="433324"/>
                  </a:moveTo>
                  <a:lnTo>
                    <a:pt x="919859" y="420159"/>
                  </a:lnTo>
                  <a:lnTo>
                    <a:pt x="908415" y="406590"/>
                  </a:lnTo>
                  <a:lnTo>
                    <a:pt x="898090" y="392640"/>
                  </a:lnTo>
                  <a:lnTo>
                    <a:pt x="888873" y="378333"/>
                  </a:lnTo>
                </a:path>
                <a:path w="1736725" h="433704">
                  <a:moveTo>
                    <a:pt x="1736598" y="296164"/>
                  </a:moveTo>
                  <a:lnTo>
                    <a:pt x="1734075" y="311465"/>
                  </a:lnTo>
                  <a:lnTo>
                    <a:pt x="1730327" y="326659"/>
                  </a:lnTo>
                  <a:lnTo>
                    <a:pt x="1725364" y="341687"/>
                  </a:lnTo>
                  <a:lnTo>
                    <a:pt x="1719199" y="356489"/>
                  </a:lnTo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76951" y="4079874"/>
              <a:ext cx="220853" cy="23469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612896" y="3432936"/>
              <a:ext cx="2468245" cy="495934"/>
            </a:xfrm>
            <a:custGeom>
              <a:avLst/>
              <a:gdLst/>
              <a:ahLst/>
              <a:cxnLst/>
              <a:rect l="l" t="t" r="r" b="b"/>
              <a:pathLst>
                <a:path w="2468245" h="495935">
                  <a:moveTo>
                    <a:pt x="2467991" y="411225"/>
                  </a:moveTo>
                  <a:lnTo>
                    <a:pt x="2450123" y="434978"/>
                  </a:lnTo>
                  <a:lnTo>
                    <a:pt x="2428303" y="457136"/>
                  </a:lnTo>
                  <a:lnTo>
                    <a:pt x="2402768" y="477484"/>
                  </a:lnTo>
                  <a:lnTo>
                    <a:pt x="2373756" y="495807"/>
                  </a:lnTo>
                </a:path>
                <a:path w="2468245" h="495935">
                  <a:moveTo>
                    <a:pt x="2241804" y="97409"/>
                  </a:moveTo>
                  <a:lnTo>
                    <a:pt x="2244113" y="107356"/>
                  </a:lnTo>
                  <a:lnTo>
                    <a:pt x="2245709" y="117363"/>
                  </a:lnTo>
                  <a:lnTo>
                    <a:pt x="2246590" y="127394"/>
                  </a:lnTo>
                  <a:lnTo>
                    <a:pt x="2246756" y="137413"/>
                  </a:lnTo>
                </a:path>
                <a:path w="2468245" h="495935">
                  <a:moveTo>
                    <a:pt x="1639696" y="50926"/>
                  </a:moveTo>
                  <a:lnTo>
                    <a:pt x="1649595" y="37343"/>
                  </a:lnTo>
                  <a:lnTo>
                    <a:pt x="1660969" y="24272"/>
                  </a:lnTo>
                  <a:lnTo>
                    <a:pt x="1673772" y="11797"/>
                  </a:lnTo>
                  <a:lnTo>
                    <a:pt x="1687956" y="0"/>
                  </a:lnTo>
                </a:path>
                <a:path w="2468245" h="495935">
                  <a:moveTo>
                    <a:pt x="1187830" y="75184"/>
                  </a:moveTo>
                  <a:lnTo>
                    <a:pt x="1192162" y="63853"/>
                  </a:lnTo>
                  <a:lnTo>
                    <a:pt x="1197530" y="52736"/>
                  </a:lnTo>
                  <a:lnTo>
                    <a:pt x="1203922" y="41858"/>
                  </a:lnTo>
                  <a:lnTo>
                    <a:pt x="1211326" y="31241"/>
                  </a:lnTo>
                </a:path>
                <a:path w="2468245" h="495935">
                  <a:moveTo>
                    <a:pt x="657732" y="90042"/>
                  </a:moveTo>
                  <a:lnTo>
                    <a:pt x="680342" y="99442"/>
                  </a:lnTo>
                  <a:lnTo>
                    <a:pt x="702024" y="109712"/>
                  </a:lnTo>
                  <a:lnTo>
                    <a:pt x="722705" y="120814"/>
                  </a:lnTo>
                  <a:lnTo>
                    <a:pt x="742314" y="132714"/>
                  </a:lnTo>
                </a:path>
                <a:path w="2468245" h="495935">
                  <a:moveTo>
                    <a:pt x="14731" y="425069"/>
                  </a:moveTo>
                  <a:lnTo>
                    <a:pt x="10036" y="413974"/>
                  </a:lnTo>
                  <a:lnTo>
                    <a:pt x="6032" y="402796"/>
                  </a:lnTo>
                  <a:lnTo>
                    <a:pt x="2694" y="391546"/>
                  </a:lnTo>
                  <a:lnTo>
                    <a:pt x="0" y="380238"/>
                  </a:lnTo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979417" y="3722326"/>
            <a:ext cx="1371600" cy="589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ts val="2215"/>
              </a:lnSpc>
            </a:pPr>
            <a:r>
              <a:rPr sz="2000" dirty="0">
                <a:solidFill>
                  <a:srgbClr val="401F00"/>
                </a:solidFill>
                <a:latin typeface="Arial MT"/>
                <a:cs typeface="Arial MT"/>
              </a:rPr>
              <a:t>Problem</a:t>
            </a:r>
            <a:r>
              <a:rPr sz="2000" spc="-30" dirty="0">
                <a:solidFill>
                  <a:srgbClr val="401F0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01F00"/>
                </a:solidFill>
                <a:latin typeface="Arial MT"/>
                <a:cs typeface="Arial MT"/>
              </a:rPr>
              <a:t>to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2000" dirty="0">
                <a:solidFill>
                  <a:srgbClr val="401F00"/>
                </a:solidFill>
                <a:latin typeface="Arial MT"/>
                <a:cs typeface="Arial MT"/>
              </a:rPr>
              <a:t>be</a:t>
            </a:r>
            <a:r>
              <a:rPr sz="2000" spc="-20" dirty="0">
                <a:solidFill>
                  <a:srgbClr val="401F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1F00"/>
                </a:solidFill>
                <a:latin typeface="Arial MT"/>
                <a:cs typeface="Arial MT"/>
              </a:rPr>
              <a:t>analysed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20028" y="1976627"/>
            <a:ext cx="1353820" cy="597535"/>
            <a:chOff x="6320028" y="1976627"/>
            <a:chExt cx="1353820" cy="59753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4600" y="1981199"/>
              <a:ext cx="1344168" cy="58826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324600" y="1981199"/>
              <a:ext cx="1344295" cy="588645"/>
            </a:xfrm>
            <a:custGeom>
              <a:avLst/>
              <a:gdLst/>
              <a:ahLst/>
              <a:cxnLst/>
              <a:rect l="l" t="t" r="r" b="b"/>
              <a:pathLst>
                <a:path w="1344295" h="588644">
                  <a:moveTo>
                    <a:pt x="0" y="294132"/>
                  </a:moveTo>
                  <a:lnTo>
                    <a:pt x="12117" y="238243"/>
                  </a:lnTo>
                  <a:lnTo>
                    <a:pt x="46967" y="185893"/>
                  </a:lnTo>
                  <a:lnTo>
                    <a:pt x="102299" y="138068"/>
                  </a:lnTo>
                  <a:lnTo>
                    <a:pt x="136941" y="116161"/>
                  </a:lnTo>
                  <a:lnTo>
                    <a:pt x="175859" y="95755"/>
                  </a:lnTo>
                  <a:lnTo>
                    <a:pt x="218772" y="76973"/>
                  </a:lnTo>
                  <a:lnTo>
                    <a:pt x="265397" y="59939"/>
                  </a:lnTo>
                  <a:lnTo>
                    <a:pt x="315453" y="44777"/>
                  </a:lnTo>
                  <a:lnTo>
                    <a:pt x="368659" y="31609"/>
                  </a:lnTo>
                  <a:lnTo>
                    <a:pt x="424734" y="20558"/>
                  </a:lnTo>
                  <a:lnTo>
                    <a:pt x="483395" y="11749"/>
                  </a:lnTo>
                  <a:lnTo>
                    <a:pt x="544361" y="5304"/>
                  </a:lnTo>
                  <a:lnTo>
                    <a:pt x="607351" y="1346"/>
                  </a:lnTo>
                  <a:lnTo>
                    <a:pt x="672083" y="0"/>
                  </a:lnTo>
                  <a:lnTo>
                    <a:pt x="736816" y="1346"/>
                  </a:lnTo>
                  <a:lnTo>
                    <a:pt x="799806" y="5304"/>
                  </a:lnTo>
                  <a:lnTo>
                    <a:pt x="860772" y="11749"/>
                  </a:lnTo>
                  <a:lnTo>
                    <a:pt x="919433" y="20558"/>
                  </a:lnTo>
                  <a:lnTo>
                    <a:pt x="975508" y="31609"/>
                  </a:lnTo>
                  <a:lnTo>
                    <a:pt x="1028714" y="44777"/>
                  </a:lnTo>
                  <a:lnTo>
                    <a:pt x="1078770" y="59939"/>
                  </a:lnTo>
                  <a:lnTo>
                    <a:pt x="1125395" y="76973"/>
                  </a:lnTo>
                  <a:lnTo>
                    <a:pt x="1168308" y="95755"/>
                  </a:lnTo>
                  <a:lnTo>
                    <a:pt x="1207226" y="116161"/>
                  </a:lnTo>
                  <a:lnTo>
                    <a:pt x="1241868" y="138068"/>
                  </a:lnTo>
                  <a:lnTo>
                    <a:pt x="1297200" y="185893"/>
                  </a:lnTo>
                  <a:lnTo>
                    <a:pt x="1332050" y="238243"/>
                  </a:lnTo>
                  <a:lnTo>
                    <a:pt x="1344168" y="294132"/>
                  </a:lnTo>
                  <a:lnTo>
                    <a:pt x="1341091" y="322457"/>
                  </a:lnTo>
                  <a:lnTo>
                    <a:pt x="1317326" y="376699"/>
                  </a:lnTo>
                  <a:lnTo>
                    <a:pt x="1271954" y="426910"/>
                  </a:lnTo>
                  <a:lnTo>
                    <a:pt x="1207226" y="472102"/>
                  </a:lnTo>
                  <a:lnTo>
                    <a:pt x="1168308" y="492508"/>
                  </a:lnTo>
                  <a:lnTo>
                    <a:pt x="1125395" y="511290"/>
                  </a:lnTo>
                  <a:lnTo>
                    <a:pt x="1078770" y="528324"/>
                  </a:lnTo>
                  <a:lnTo>
                    <a:pt x="1028714" y="543486"/>
                  </a:lnTo>
                  <a:lnTo>
                    <a:pt x="975508" y="556654"/>
                  </a:lnTo>
                  <a:lnTo>
                    <a:pt x="919433" y="567705"/>
                  </a:lnTo>
                  <a:lnTo>
                    <a:pt x="860772" y="576514"/>
                  </a:lnTo>
                  <a:lnTo>
                    <a:pt x="799806" y="582959"/>
                  </a:lnTo>
                  <a:lnTo>
                    <a:pt x="736816" y="586917"/>
                  </a:lnTo>
                  <a:lnTo>
                    <a:pt x="672083" y="588263"/>
                  </a:lnTo>
                  <a:lnTo>
                    <a:pt x="607351" y="586917"/>
                  </a:lnTo>
                  <a:lnTo>
                    <a:pt x="544361" y="582959"/>
                  </a:lnTo>
                  <a:lnTo>
                    <a:pt x="483395" y="576514"/>
                  </a:lnTo>
                  <a:lnTo>
                    <a:pt x="424734" y="567705"/>
                  </a:lnTo>
                  <a:lnTo>
                    <a:pt x="368659" y="556654"/>
                  </a:lnTo>
                  <a:lnTo>
                    <a:pt x="315453" y="543486"/>
                  </a:lnTo>
                  <a:lnTo>
                    <a:pt x="265397" y="528324"/>
                  </a:lnTo>
                  <a:lnTo>
                    <a:pt x="218772" y="511290"/>
                  </a:lnTo>
                  <a:lnTo>
                    <a:pt x="175859" y="492508"/>
                  </a:lnTo>
                  <a:lnTo>
                    <a:pt x="136941" y="472102"/>
                  </a:lnTo>
                  <a:lnTo>
                    <a:pt x="102299" y="450195"/>
                  </a:lnTo>
                  <a:lnTo>
                    <a:pt x="46967" y="402370"/>
                  </a:lnTo>
                  <a:lnTo>
                    <a:pt x="12117" y="350020"/>
                  </a:lnTo>
                  <a:lnTo>
                    <a:pt x="0" y="294132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400" y="1981199"/>
              <a:ext cx="588264" cy="58826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629400" y="1981199"/>
              <a:ext cx="588645" cy="588645"/>
            </a:xfrm>
            <a:custGeom>
              <a:avLst/>
              <a:gdLst/>
              <a:ahLst/>
              <a:cxnLst/>
              <a:rect l="l" t="t" r="r" b="b"/>
              <a:pathLst>
                <a:path w="588645" h="588644">
                  <a:moveTo>
                    <a:pt x="0" y="294132"/>
                  </a:moveTo>
                  <a:lnTo>
                    <a:pt x="3850" y="246425"/>
                  </a:lnTo>
                  <a:lnTo>
                    <a:pt x="14996" y="201167"/>
                  </a:lnTo>
                  <a:lnTo>
                    <a:pt x="32832" y="158966"/>
                  </a:lnTo>
                  <a:lnTo>
                    <a:pt x="56753" y="120426"/>
                  </a:lnTo>
                  <a:lnTo>
                    <a:pt x="86153" y="86153"/>
                  </a:lnTo>
                  <a:lnTo>
                    <a:pt x="120426" y="56753"/>
                  </a:lnTo>
                  <a:lnTo>
                    <a:pt x="158966" y="32832"/>
                  </a:lnTo>
                  <a:lnTo>
                    <a:pt x="201167" y="14996"/>
                  </a:lnTo>
                  <a:lnTo>
                    <a:pt x="246425" y="3850"/>
                  </a:lnTo>
                  <a:lnTo>
                    <a:pt x="294131" y="0"/>
                  </a:lnTo>
                  <a:lnTo>
                    <a:pt x="341838" y="3850"/>
                  </a:lnTo>
                  <a:lnTo>
                    <a:pt x="387095" y="14996"/>
                  </a:lnTo>
                  <a:lnTo>
                    <a:pt x="429297" y="32832"/>
                  </a:lnTo>
                  <a:lnTo>
                    <a:pt x="467837" y="56753"/>
                  </a:lnTo>
                  <a:lnTo>
                    <a:pt x="502110" y="86153"/>
                  </a:lnTo>
                  <a:lnTo>
                    <a:pt x="531510" y="120426"/>
                  </a:lnTo>
                  <a:lnTo>
                    <a:pt x="555431" y="158966"/>
                  </a:lnTo>
                  <a:lnTo>
                    <a:pt x="573267" y="201168"/>
                  </a:lnTo>
                  <a:lnTo>
                    <a:pt x="584413" y="246425"/>
                  </a:lnTo>
                  <a:lnTo>
                    <a:pt x="588264" y="294132"/>
                  </a:lnTo>
                  <a:lnTo>
                    <a:pt x="584413" y="341838"/>
                  </a:lnTo>
                  <a:lnTo>
                    <a:pt x="573267" y="387096"/>
                  </a:lnTo>
                  <a:lnTo>
                    <a:pt x="555431" y="429297"/>
                  </a:lnTo>
                  <a:lnTo>
                    <a:pt x="531510" y="467837"/>
                  </a:lnTo>
                  <a:lnTo>
                    <a:pt x="502110" y="502110"/>
                  </a:lnTo>
                  <a:lnTo>
                    <a:pt x="467837" y="531510"/>
                  </a:lnTo>
                  <a:lnTo>
                    <a:pt x="429297" y="555431"/>
                  </a:lnTo>
                  <a:lnTo>
                    <a:pt x="387096" y="573267"/>
                  </a:lnTo>
                  <a:lnTo>
                    <a:pt x="341838" y="584413"/>
                  </a:lnTo>
                  <a:lnTo>
                    <a:pt x="294131" y="588263"/>
                  </a:lnTo>
                  <a:lnTo>
                    <a:pt x="246425" y="584413"/>
                  </a:lnTo>
                  <a:lnTo>
                    <a:pt x="201168" y="573267"/>
                  </a:lnTo>
                  <a:lnTo>
                    <a:pt x="158966" y="555431"/>
                  </a:lnTo>
                  <a:lnTo>
                    <a:pt x="120426" y="531510"/>
                  </a:lnTo>
                  <a:lnTo>
                    <a:pt x="86153" y="502110"/>
                  </a:lnTo>
                  <a:lnTo>
                    <a:pt x="56753" y="467837"/>
                  </a:lnTo>
                  <a:lnTo>
                    <a:pt x="32832" y="429297"/>
                  </a:lnTo>
                  <a:lnTo>
                    <a:pt x="14996" y="387095"/>
                  </a:lnTo>
                  <a:lnTo>
                    <a:pt x="3850" y="341838"/>
                  </a:lnTo>
                  <a:lnTo>
                    <a:pt x="0" y="294132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77228" y="2281427"/>
              <a:ext cx="176784" cy="176784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1519237" y="2723388"/>
            <a:ext cx="6154420" cy="2899410"/>
            <a:chOff x="1519237" y="2723388"/>
            <a:chExt cx="6154420" cy="2899410"/>
          </a:xfrm>
        </p:grpSpPr>
        <p:sp>
          <p:nvSpPr>
            <p:cNvPr id="28" name="object 28"/>
            <p:cNvSpPr/>
            <p:nvPr/>
          </p:nvSpPr>
          <p:spPr>
            <a:xfrm>
              <a:off x="2880994" y="3022981"/>
              <a:ext cx="427990" cy="267335"/>
            </a:xfrm>
            <a:custGeom>
              <a:avLst/>
              <a:gdLst/>
              <a:ahLst/>
              <a:cxnLst/>
              <a:rect l="l" t="t" r="r" b="b"/>
              <a:pathLst>
                <a:path w="427989" h="267335">
                  <a:moveTo>
                    <a:pt x="263095" y="204438"/>
                  </a:moveTo>
                  <a:lnTo>
                    <a:pt x="233806" y="254381"/>
                  </a:lnTo>
                  <a:lnTo>
                    <a:pt x="427608" y="267335"/>
                  </a:lnTo>
                  <a:lnTo>
                    <a:pt x="396213" y="219075"/>
                  </a:lnTo>
                  <a:lnTo>
                    <a:pt x="288036" y="219075"/>
                  </a:lnTo>
                  <a:lnTo>
                    <a:pt x="263095" y="204438"/>
                  </a:lnTo>
                  <a:close/>
                </a:path>
                <a:path w="427989" h="267335">
                  <a:moveTo>
                    <a:pt x="292435" y="154408"/>
                  </a:moveTo>
                  <a:lnTo>
                    <a:pt x="263095" y="204438"/>
                  </a:lnTo>
                  <a:lnTo>
                    <a:pt x="288036" y="219075"/>
                  </a:lnTo>
                  <a:lnTo>
                    <a:pt x="317373" y="169037"/>
                  </a:lnTo>
                  <a:lnTo>
                    <a:pt x="292435" y="154408"/>
                  </a:lnTo>
                  <a:close/>
                </a:path>
                <a:path w="427989" h="267335">
                  <a:moveTo>
                    <a:pt x="321691" y="104521"/>
                  </a:moveTo>
                  <a:lnTo>
                    <a:pt x="292435" y="154408"/>
                  </a:lnTo>
                  <a:lnTo>
                    <a:pt x="317373" y="169037"/>
                  </a:lnTo>
                  <a:lnTo>
                    <a:pt x="288036" y="219075"/>
                  </a:lnTo>
                  <a:lnTo>
                    <a:pt x="396213" y="219075"/>
                  </a:lnTo>
                  <a:lnTo>
                    <a:pt x="321691" y="104521"/>
                  </a:lnTo>
                  <a:close/>
                </a:path>
                <a:path w="427989" h="267335">
                  <a:moveTo>
                    <a:pt x="29210" y="0"/>
                  </a:moveTo>
                  <a:lnTo>
                    <a:pt x="0" y="50038"/>
                  </a:lnTo>
                  <a:lnTo>
                    <a:pt x="263095" y="204438"/>
                  </a:lnTo>
                  <a:lnTo>
                    <a:pt x="292435" y="154408"/>
                  </a:lnTo>
                  <a:lnTo>
                    <a:pt x="29210" y="0"/>
                  </a:lnTo>
                  <a:close/>
                </a:path>
              </a:pathLst>
            </a:custGeom>
            <a:solidFill>
              <a:srgbClr val="EB9F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24000" y="4800600"/>
              <a:ext cx="1310639" cy="6096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524000" y="4800600"/>
              <a:ext cx="1310640" cy="609600"/>
            </a:xfrm>
            <a:custGeom>
              <a:avLst/>
              <a:gdLst/>
              <a:ahLst/>
              <a:cxnLst/>
              <a:rect l="l" t="t" r="r" b="b"/>
              <a:pathLst>
                <a:path w="1310639" h="609600">
                  <a:moveTo>
                    <a:pt x="0" y="304800"/>
                  </a:moveTo>
                  <a:lnTo>
                    <a:pt x="11815" y="246897"/>
                  </a:lnTo>
                  <a:lnTo>
                    <a:pt x="45797" y="192655"/>
                  </a:lnTo>
                  <a:lnTo>
                    <a:pt x="99750" y="143097"/>
                  </a:lnTo>
                  <a:lnTo>
                    <a:pt x="133529" y="120395"/>
                  </a:lnTo>
                  <a:lnTo>
                    <a:pt x="171477" y="99247"/>
                  </a:lnTo>
                  <a:lnTo>
                    <a:pt x="213319" y="79782"/>
                  </a:lnTo>
                  <a:lnTo>
                    <a:pt x="258782" y="62128"/>
                  </a:lnTo>
                  <a:lnTo>
                    <a:pt x="307590" y="46413"/>
                  </a:lnTo>
                  <a:lnTo>
                    <a:pt x="359469" y="32764"/>
                  </a:lnTo>
                  <a:lnTo>
                    <a:pt x="414144" y="21310"/>
                  </a:lnTo>
                  <a:lnTo>
                    <a:pt x="471341" y="12179"/>
                  </a:lnTo>
                  <a:lnTo>
                    <a:pt x="530786" y="5498"/>
                  </a:lnTo>
                  <a:lnTo>
                    <a:pt x="592204" y="1395"/>
                  </a:lnTo>
                  <a:lnTo>
                    <a:pt x="655319" y="0"/>
                  </a:lnTo>
                  <a:lnTo>
                    <a:pt x="718435" y="1395"/>
                  </a:lnTo>
                  <a:lnTo>
                    <a:pt x="779853" y="5498"/>
                  </a:lnTo>
                  <a:lnTo>
                    <a:pt x="839298" y="12179"/>
                  </a:lnTo>
                  <a:lnTo>
                    <a:pt x="896495" y="21310"/>
                  </a:lnTo>
                  <a:lnTo>
                    <a:pt x="951170" y="32764"/>
                  </a:lnTo>
                  <a:lnTo>
                    <a:pt x="1003049" y="46413"/>
                  </a:lnTo>
                  <a:lnTo>
                    <a:pt x="1051857" y="62128"/>
                  </a:lnTo>
                  <a:lnTo>
                    <a:pt x="1097320" y="79782"/>
                  </a:lnTo>
                  <a:lnTo>
                    <a:pt x="1139162" y="99247"/>
                  </a:lnTo>
                  <a:lnTo>
                    <a:pt x="1177110" y="120395"/>
                  </a:lnTo>
                  <a:lnTo>
                    <a:pt x="1210889" y="143097"/>
                  </a:lnTo>
                  <a:lnTo>
                    <a:pt x="1264842" y="192655"/>
                  </a:lnTo>
                  <a:lnTo>
                    <a:pt x="1298824" y="246897"/>
                  </a:lnTo>
                  <a:lnTo>
                    <a:pt x="1310639" y="304800"/>
                  </a:lnTo>
                  <a:lnTo>
                    <a:pt x="1307640" y="334144"/>
                  </a:lnTo>
                  <a:lnTo>
                    <a:pt x="1284467" y="390344"/>
                  </a:lnTo>
                  <a:lnTo>
                    <a:pt x="1240225" y="442372"/>
                  </a:lnTo>
                  <a:lnTo>
                    <a:pt x="1177110" y="489204"/>
                  </a:lnTo>
                  <a:lnTo>
                    <a:pt x="1139162" y="510352"/>
                  </a:lnTo>
                  <a:lnTo>
                    <a:pt x="1097320" y="529817"/>
                  </a:lnTo>
                  <a:lnTo>
                    <a:pt x="1051857" y="547471"/>
                  </a:lnTo>
                  <a:lnTo>
                    <a:pt x="1003049" y="563186"/>
                  </a:lnTo>
                  <a:lnTo>
                    <a:pt x="951170" y="576835"/>
                  </a:lnTo>
                  <a:lnTo>
                    <a:pt x="896495" y="588289"/>
                  </a:lnTo>
                  <a:lnTo>
                    <a:pt x="839298" y="597420"/>
                  </a:lnTo>
                  <a:lnTo>
                    <a:pt x="779853" y="604101"/>
                  </a:lnTo>
                  <a:lnTo>
                    <a:pt x="718435" y="608204"/>
                  </a:lnTo>
                  <a:lnTo>
                    <a:pt x="655319" y="609600"/>
                  </a:lnTo>
                  <a:lnTo>
                    <a:pt x="592204" y="608204"/>
                  </a:lnTo>
                  <a:lnTo>
                    <a:pt x="530786" y="604101"/>
                  </a:lnTo>
                  <a:lnTo>
                    <a:pt x="471341" y="597420"/>
                  </a:lnTo>
                  <a:lnTo>
                    <a:pt x="414144" y="588289"/>
                  </a:lnTo>
                  <a:lnTo>
                    <a:pt x="359469" y="576835"/>
                  </a:lnTo>
                  <a:lnTo>
                    <a:pt x="307590" y="563186"/>
                  </a:lnTo>
                  <a:lnTo>
                    <a:pt x="258782" y="547471"/>
                  </a:lnTo>
                  <a:lnTo>
                    <a:pt x="213319" y="529817"/>
                  </a:lnTo>
                  <a:lnTo>
                    <a:pt x="171477" y="510352"/>
                  </a:lnTo>
                  <a:lnTo>
                    <a:pt x="133529" y="489204"/>
                  </a:lnTo>
                  <a:lnTo>
                    <a:pt x="99750" y="466502"/>
                  </a:lnTo>
                  <a:lnTo>
                    <a:pt x="45797" y="416944"/>
                  </a:lnTo>
                  <a:lnTo>
                    <a:pt x="11815" y="362702"/>
                  </a:lnTo>
                  <a:lnTo>
                    <a:pt x="0" y="304800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0" y="4800600"/>
              <a:ext cx="588263" cy="58826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905000" y="4800600"/>
              <a:ext cx="588645" cy="588645"/>
            </a:xfrm>
            <a:custGeom>
              <a:avLst/>
              <a:gdLst/>
              <a:ahLst/>
              <a:cxnLst/>
              <a:rect l="l" t="t" r="r" b="b"/>
              <a:pathLst>
                <a:path w="588644" h="588645">
                  <a:moveTo>
                    <a:pt x="0" y="294131"/>
                  </a:moveTo>
                  <a:lnTo>
                    <a:pt x="3850" y="246425"/>
                  </a:lnTo>
                  <a:lnTo>
                    <a:pt x="14996" y="201168"/>
                  </a:lnTo>
                  <a:lnTo>
                    <a:pt x="32832" y="158966"/>
                  </a:lnTo>
                  <a:lnTo>
                    <a:pt x="56753" y="120426"/>
                  </a:lnTo>
                  <a:lnTo>
                    <a:pt x="86153" y="86153"/>
                  </a:lnTo>
                  <a:lnTo>
                    <a:pt x="120426" y="56753"/>
                  </a:lnTo>
                  <a:lnTo>
                    <a:pt x="158966" y="32832"/>
                  </a:lnTo>
                  <a:lnTo>
                    <a:pt x="201167" y="14996"/>
                  </a:lnTo>
                  <a:lnTo>
                    <a:pt x="246425" y="3850"/>
                  </a:lnTo>
                  <a:lnTo>
                    <a:pt x="294131" y="0"/>
                  </a:lnTo>
                  <a:lnTo>
                    <a:pt x="341838" y="3850"/>
                  </a:lnTo>
                  <a:lnTo>
                    <a:pt x="387095" y="14996"/>
                  </a:lnTo>
                  <a:lnTo>
                    <a:pt x="429297" y="32832"/>
                  </a:lnTo>
                  <a:lnTo>
                    <a:pt x="467837" y="56753"/>
                  </a:lnTo>
                  <a:lnTo>
                    <a:pt x="502110" y="86153"/>
                  </a:lnTo>
                  <a:lnTo>
                    <a:pt x="531510" y="120426"/>
                  </a:lnTo>
                  <a:lnTo>
                    <a:pt x="555431" y="158966"/>
                  </a:lnTo>
                  <a:lnTo>
                    <a:pt x="573267" y="201167"/>
                  </a:lnTo>
                  <a:lnTo>
                    <a:pt x="584413" y="246425"/>
                  </a:lnTo>
                  <a:lnTo>
                    <a:pt x="588263" y="294131"/>
                  </a:lnTo>
                  <a:lnTo>
                    <a:pt x="584413" y="341838"/>
                  </a:lnTo>
                  <a:lnTo>
                    <a:pt x="573267" y="387095"/>
                  </a:lnTo>
                  <a:lnTo>
                    <a:pt x="555431" y="429297"/>
                  </a:lnTo>
                  <a:lnTo>
                    <a:pt x="531510" y="467837"/>
                  </a:lnTo>
                  <a:lnTo>
                    <a:pt x="502110" y="502110"/>
                  </a:lnTo>
                  <a:lnTo>
                    <a:pt x="467837" y="531510"/>
                  </a:lnTo>
                  <a:lnTo>
                    <a:pt x="429297" y="555431"/>
                  </a:lnTo>
                  <a:lnTo>
                    <a:pt x="387096" y="573267"/>
                  </a:lnTo>
                  <a:lnTo>
                    <a:pt x="341838" y="584413"/>
                  </a:lnTo>
                  <a:lnTo>
                    <a:pt x="294131" y="588263"/>
                  </a:lnTo>
                  <a:lnTo>
                    <a:pt x="246425" y="584413"/>
                  </a:lnTo>
                  <a:lnTo>
                    <a:pt x="201168" y="573267"/>
                  </a:lnTo>
                  <a:lnTo>
                    <a:pt x="158966" y="555431"/>
                  </a:lnTo>
                  <a:lnTo>
                    <a:pt x="120426" y="531510"/>
                  </a:lnTo>
                  <a:lnTo>
                    <a:pt x="86153" y="502110"/>
                  </a:lnTo>
                  <a:lnTo>
                    <a:pt x="56753" y="467837"/>
                  </a:lnTo>
                  <a:lnTo>
                    <a:pt x="32832" y="429297"/>
                  </a:lnTo>
                  <a:lnTo>
                    <a:pt x="14996" y="387095"/>
                  </a:lnTo>
                  <a:lnTo>
                    <a:pt x="3850" y="341838"/>
                  </a:lnTo>
                  <a:lnTo>
                    <a:pt x="0" y="294131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05227" y="4948427"/>
              <a:ext cx="176784" cy="17678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24600" y="5029200"/>
              <a:ext cx="1344168" cy="58826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324600" y="5029200"/>
              <a:ext cx="1344295" cy="588645"/>
            </a:xfrm>
            <a:custGeom>
              <a:avLst/>
              <a:gdLst/>
              <a:ahLst/>
              <a:cxnLst/>
              <a:rect l="l" t="t" r="r" b="b"/>
              <a:pathLst>
                <a:path w="1344295" h="588645">
                  <a:moveTo>
                    <a:pt x="0" y="294131"/>
                  </a:moveTo>
                  <a:lnTo>
                    <a:pt x="12117" y="238243"/>
                  </a:lnTo>
                  <a:lnTo>
                    <a:pt x="46967" y="185893"/>
                  </a:lnTo>
                  <a:lnTo>
                    <a:pt x="102299" y="138068"/>
                  </a:lnTo>
                  <a:lnTo>
                    <a:pt x="136941" y="116161"/>
                  </a:lnTo>
                  <a:lnTo>
                    <a:pt x="175859" y="95755"/>
                  </a:lnTo>
                  <a:lnTo>
                    <a:pt x="218772" y="76973"/>
                  </a:lnTo>
                  <a:lnTo>
                    <a:pt x="265397" y="59939"/>
                  </a:lnTo>
                  <a:lnTo>
                    <a:pt x="315453" y="44777"/>
                  </a:lnTo>
                  <a:lnTo>
                    <a:pt x="368659" y="31609"/>
                  </a:lnTo>
                  <a:lnTo>
                    <a:pt x="424734" y="20558"/>
                  </a:lnTo>
                  <a:lnTo>
                    <a:pt x="483395" y="11749"/>
                  </a:lnTo>
                  <a:lnTo>
                    <a:pt x="544361" y="5304"/>
                  </a:lnTo>
                  <a:lnTo>
                    <a:pt x="607351" y="1346"/>
                  </a:lnTo>
                  <a:lnTo>
                    <a:pt x="672083" y="0"/>
                  </a:lnTo>
                  <a:lnTo>
                    <a:pt x="736816" y="1346"/>
                  </a:lnTo>
                  <a:lnTo>
                    <a:pt x="799806" y="5304"/>
                  </a:lnTo>
                  <a:lnTo>
                    <a:pt x="860772" y="11749"/>
                  </a:lnTo>
                  <a:lnTo>
                    <a:pt x="919433" y="20558"/>
                  </a:lnTo>
                  <a:lnTo>
                    <a:pt x="975508" y="31609"/>
                  </a:lnTo>
                  <a:lnTo>
                    <a:pt x="1028714" y="44777"/>
                  </a:lnTo>
                  <a:lnTo>
                    <a:pt x="1078770" y="59939"/>
                  </a:lnTo>
                  <a:lnTo>
                    <a:pt x="1125395" y="76973"/>
                  </a:lnTo>
                  <a:lnTo>
                    <a:pt x="1168308" y="95755"/>
                  </a:lnTo>
                  <a:lnTo>
                    <a:pt x="1207226" y="116161"/>
                  </a:lnTo>
                  <a:lnTo>
                    <a:pt x="1241868" y="138068"/>
                  </a:lnTo>
                  <a:lnTo>
                    <a:pt x="1297200" y="185893"/>
                  </a:lnTo>
                  <a:lnTo>
                    <a:pt x="1332050" y="238243"/>
                  </a:lnTo>
                  <a:lnTo>
                    <a:pt x="1344168" y="294131"/>
                  </a:lnTo>
                  <a:lnTo>
                    <a:pt x="1341091" y="322457"/>
                  </a:lnTo>
                  <a:lnTo>
                    <a:pt x="1317326" y="376699"/>
                  </a:lnTo>
                  <a:lnTo>
                    <a:pt x="1271954" y="426910"/>
                  </a:lnTo>
                  <a:lnTo>
                    <a:pt x="1207226" y="472102"/>
                  </a:lnTo>
                  <a:lnTo>
                    <a:pt x="1168308" y="492508"/>
                  </a:lnTo>
                  <a:lnTo>
                    <a:pt x="1125395" y="511290"/>
                  </a:lnTo>
                  <a:lnTo>
                    <a:pt x="1078770" y="528324"/>
                  </a:lnTo>
                  <a:lnTo>
                    <a:pt x="1028714" y="543486"/>
                  </a:lnTo>
                  <a:lnTo>
                    <a:pt x="975508" y="556654"/>
                  </a:lnTo>
                  <a:lnTo>
                    <a:pt x="919433" y="567705"/>
                  </a:lnTo>
                  <a:lnTo>
                    <a:pt x="860772" y="576514"/>
                  </a:lnTo>
                  <a:lnTo>
                    <a:pt x="799806" y="582959"/>
                  </a:lnTo>
                  <a:lnTo>
                    <a:pt x="736816" y="586917"/>
                  </a:lnTo>
                  <a:lnTo>
                    <a:pt x="672083" y="588263"/>
                  </a:lnTo>
                  <a:lnTo>
                    <a:pt x="607351" y="586917"/>
                  </a:lnTo>
                  <a:lnTo>
                    <a:pt x="544361" y="582959"/>
                  </a:lnTo>
                  <a:lnTo>
                    <a:pt x="483395" y="576514"/>
                  </a:lnTo>
                  <a:lnTo>
                    <a:pt x="424734" y="567705"/>
                  </a:lnTo>
                  <a:lnTo>
                    <a:pt x="368659" y="556654"/>
                  </a:lnTo>
                  <a:lnTo>
                    <a:pt x="315453" y="543486"/>
                  </a:lnTo>
                  <a:lnTo>
                    <a:pt x="265397" y="528324"/>
                  </a:lnTo>
                  <a:lnTo>
                    <a:pt x="218772" y="511290"/>
                  </a:lnTo>
                  <a:lnTo>
                    <a:pt x="175859" y="492508"/>
                  </a:lnTo>
                  <a:lnTo>
                    <a:pt x="136941" y="472102"/>
                  </a:lnTo>
                  <a:lnTo>
                    <a:pt x="102299" y="450195"/>
                  </a:lnTo>
                  <a:lnTo>
                    <a:pt x="46967" y="402370"/>
                  </a:lnTo>
                  <a:lnTo>
                    <a:pt x="12117" y="350020"/>
                  </a:lnTo>
                  <a:lnTo>
                    <a:pt x="0" y="294131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5600" y="5029200"/>
              <a:ext cx="588264" cy="58826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705600" y="5029200"/>
              <a:ext cx="588645" cy="588645"/>
            </a:xfrm>
            <a:custGeom>
              <a:avLst/>
              <a:gdLst/>
              <a:ahLst/>
              <a:cxnLst/>
              <a:rect l="l" t="t" r="r" b="b"/>
              <a:pathLst>
                <a:path w="588645" h="588645">
                  <a:moveTo>
                    <a:pt x="0" y="294131"/>
                  </a:moveTo>
                  <a:lnTo>
                    <a:pt x="3850" y="246425"/>
                  </a:lnTo>
                  <a:lnTo>
                    <a:pt x="14996" y="201168"/>
                  </a:lnTo>
                  <a:lnTo>
                    <a:pt x="32832" y="158966"/>
                  </a:lnTo>
                  <a:lnTo>
                    <a:pt x="56753" y="120426"/>
                  </a:lnTo>
                  <a:lnTo>
                    <a:pt x="86153" y="86153"/>
                  </a:lnTo>
                  <a:lnTo>
                    <a:pt x="120426" y="56753"/>
                  </a:lnTo>
                  <a:lnTo>
                    <a:pt x="158966" y="32832"/>
                  </a:lnTo>
                  <a:lnTo>
                    <a:pt x="201167" y="14996"/>
                  </a:lnTo>
                  <a:lnTo>
                    <a:pt x="246425" y="3850"/>
                  </a:lnTo>
                  <a:lnTo>
                    <a:pt x="294131" y="0"/>
                  </a:lnTo>
                  <a:lnTo>
                    <a:pt x="341838" y="3850"/>
                  </a:lnTo>
                  <a:lnTo>
                    <a:pt x="387095" y="14996"/>
                  </a:lnTo>
                  <a:lnTo>
                    <a:pt x="429297" y="32832"/>
                  </a:lnTo>
                  <a:lnTo>
                    <a:pt x="467837" y="56753"/>
                  </a:lnTo>
                  <a:lnTo>
                    <a:pt x="502110" y="86153"/>
                  </a:lnTo>
                  <a:lnTo>
                    <a:pt x="531510" y="120426"/>
                  </a:lnTo>
                  <a:lnTo>
                    <a:pt x="555431" y="158966"/>
                  </a:lnTo>
                  <a:lnTo>
                    <a:pt x="573267" y="201167"/>
                  </a:lnTo>
                  <a:lnTo>
                    <a:pt x="584413" y="246425"/>
                  </a:lnTo>
                  <a:lnTo>
                    <a:pt x="588264" y="294131"/>
                  </a:lnTo>
                  <a:lnTo>
                    <a:pt x="584413" y="341838"/>
                  </a:lnTo>
                  <a:lnTo>
                    <a:pt x="573267" y="387096"/>
                  </a:lnTo>
                  <a:lnTo>
                    <a:pt x="555431" y="429297"/>
                  </a:lnTo>
                  <a:lnTo>
                    <a:pt x="531510" y="467837"/>
                  </a:lnTo>
                  <a:lnTo>
                    <a:pt x="502110" y="502110"/>
                  </a:lnTo>
                  <a:lnTo>
                    <a:pt x="467837" y="531510"/>
                  </a:lnTo>
                  <a:lnTo>
                    <a:pt x="429297" y="555431"/>
                  </a:lnTo>
                  <a:lnTo>
                    <a:pt x="387096" y="573267"/>
                  </a:lnTo>
                  <a:lnTo>
                    <a:pt x="341838" y="584413"/>
                  </a:lnTo>
                  <a:lnTo>
                    <a:pt x="294131" y="588263"/>
                  </a:lnTo>
                  <a:lnTo>
                    <a:pt x="246425" y="584413"/>
                  </a:lnTo>
                  <a:lnTo>
                    <a:pt x="201168" y="573267"/>
                  </a:lnTo>
                  <a:lnTo>
                    <a:pt x="158966" y="555431"/>
                  </a:lnTo>
                  <a:lnTo>
                    <a:pt x="120426" y="531510"/>
                  </a:lnTo>
                  <a:lnTo>
                    <a:pt x="86153" y="502110"/>
                  </a:lnTo>
                  <a:lnTo>
                    <a:pt x="56753" y="467837"/>
                  </a:lnTo>
                  <a:lnTo>
                    <a:pt x="32832" y="429297"/>
                  </a:lnTo>
                  <a:lnTo>
                    <a:pt x="14996" y="387095"/>
                  </a:lnTo>
                  <a:lnTo>
                    <a:pt x="3850" y="341838"/>
                  </a:lnTo>
                  <a:lnTo>
                    <a:pt x="0" y="294131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77228" y="5177027"/>
              <a:ext cx="176784" cy="17678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801493" y="2723387"/>
              <a:ext cx="3696970" cy="2285365"/>
            </a:xfrm>
            <a:custGeom>
              <a:avLst/>
              <a:gdLst/>
              <a:ahLst/>
              <a:cxnLst/>
              <a:rect l="l" t="t" r="r" b="b"/>
              <a:pathLst>
                <a:path w="3696970" h="2285365">
                  <a:moveTo>
                    <a:pt x="475107" y="1772412"/>
                  </a:moveTo>
                  <a:lnTo>
                    <a:pt x="284734" y="1811147"/>
                  </a:lnTo>
                  <a:lnTo>
                    <a:pt x="320497" y="1856803"/>
                  </a:lnTo>
                  <a:lnTo>
                    <a:pt x="0" y="2107819"/>
                  </a:lnTo>
                  <a:lnTo>
                    <a:pt x="35814" y="2153285"/>
                  </a:lnTo>
                  <a:lnTo>
                    <a:pt x="356158" y="1902294"/>
                  </a:lnTo>
                  <a:lnTo>
                    <a:pt x="391922" y="1947926"/>
                  </a:lnTo>
                  <a:lnTo>
                    <a:pt x="443560" y="1838960"/>
                  </a:lnTo>
                  <a:lnTo>
                    <a:pt x="475107" y="1772412"/>
                  </a:lnTo>
                  <a:close/>
                </a:path>
                <a:path w="3696970" h="2285365">
                  <a:moveTo>
                    <a:pt x="3502406" y="2244217"/>
                  </a:moveTo>
                  <a:lnTo>
                    <a:pt x="3285426" y="2027237"/>
                  </a:lnTo>
                  <a:lnTo>
                    <a:pt x="3305937" y="2006727"/>
                  </a:lnTo>
                  <a:lnTo>
                    <a:pt x="3326384" y="1986280"/>
                  </a:lnTo>
                  <a:lnTo>
                    <a:pt x="3142107" y="1924812"/>
                  </a:lnTo>
                  <a:lnTo>
                    <a:pt x="3203575" y="2109089"/>
                  </a:lnTo>
                  <a:lnTo>
                    <a:pt x="3244532" y="2068131"/>
                  </a:lnTo>
                  <a:lnTo>
                    <a:pt x="3461512" y="2285111"/>
                  </a:lnTo>
                  <a:lnTo>
                    <a:pt x="3502406" y="2244217"/>
                  </a:lnTo>
                  <a:close/>
                </a:path>
                <a:path w="3696970" h="2285365">
                  <a:moveTo>
                    <a:pt x="3696589" y="39624"/>
                  </a:moveTo>
                  <a:lnTo>
                    <a:pt x="3654425" y="0"/>
                  </a:lnTo>
                  <a:lnTo>
                    <a:pt x="3392360" y="278841"/>
                  </a:lnTo>
                  <a:lnTo>
                    <a:pt x="3350133" y="239141"/>
                  </a:lnTo>
                  <a:lnTo>
                    <a:pt x="3294507" y="425196"/>
                  </a:lnTo>
                  <a:lnTo>
                    <a:pt x="3476752" y="358140"/>
                  </a:lnTo>
                  <a:lnTo>
                    <a:pt x="3456876" y="339471"/>
                  </a:lnTo>
                  <a:lnTo>
                    <a:pt x="3434524" y="318465"/>
                  </a:lnTo>
                  <a:lnTo>
                    <a:pt x="3696589" y="39624"/>
                  </a:lnTo>
                  <a:close/>
                </a:path>
              </a:pathLst>
            </a:custGeom>
            <a:solidFill>
              <a:srgbClr val="EB9F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74065" y="924057"/>
            <a:ext cx="7593330" cy="12617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Multiple</a:t>
            </a:r>
            <a:r>
              <a:rPr sz="32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problem</a:t>
            </a:r>
            <a:r>
              <a:rPr sz="32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viewpoints</a:t>
            </a:r>
            <a:endParaRPr sz="3200">
              <a:latin typeface="Times New Roman"/>
              <a:cs typeface="Times New Roman"/>
            </a:endParaRPr>
          </a:p>
          <a:p>
            <a:pPr marL="4951730">
              <a:lnSpc>
                <a:spcPct val="100000"/>
              </a:lnSpc>
              <a:spcBef>
                <a:spcPts val="420"/>
              </a:spcBef>
            </a:pPr>
            <a:r>
              <a:rPr sz="2000" dirty="0">
                <a:solidFill>
                  <a:srgbClr val="401F00"/>
                </a:solidFill>
                <a:latin typeface="Arial MT"/>
                <a:cs typeface="Arial MT"/>
              </a:rPr>
              <a:t>Database</a:t>
            </a:r>
            <a:r>
              <a:rPr sz="2000" spc="-75" dirty="0">
                <a:solidFill>
                  <a:srgbClr val="401F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1F00"/>
                </a:solidFill>
                <a:latin typeface="Arial MT"/>
                <a:cs typeface="Arial MT"/>
              </a:rPr>
              <a:t>administrator</a:t>
            </a:r>
            <a:endParaRPr sz="2000">
              <a:latin typeface="Arial MT"/>
              <a:cs typeface="Arial MT"/>
            </a:endParaRPr>
          </a:p>
          <a:p>
            <a:pPr marL="1064895">
              <a:lnSpc>
                <a:spcPct val="100000"/>
              </a:lnSpc>
            </a:pPr>
            <a:r>
              <a:rPr sz="2000" spc="-10" dirty="0">
                <a:solidFill>
                  <a:srgbClr val="401F00"/>
                </a:solidFill>
                <a:latin typeface="Arial MT"/>
                <a:cs typeface="Arial MT"/>
              </a:rPr>
              <a:t>Customer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276600" y="2209800"/>
            <a:ext cx="2895600" cy="3886200"/>
            <a:chOff x="3276600" y="2209800"/>
            <a:chExt cx="2895600" cy="3886200"/>
          </a:xfrm>
        </p:grpSpPr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76600" y="2209800"/>
              <a:ext cx="2895600" cy="38862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174401" y="4269888"/>
              <a:ext cx="803275" cy="842644"/>
            </a:xfrm>
            <a:custGeom>
              <a:avLst/>
              <a:gdLst/>
              <a:ahLst/>
              <a:cxnLst/>
              <a:rect l="l" t="t" r="r" b="b"/>
              <a:pathLst>
                <a:path w="803275" h="842645">
                  <a:moveTo>
                    <a:pt x="409639" y="0"/>
                  </a:moveTo>
                  <a:lnTo>
                    <a:pt x="364457" y="96"/>
                  </a:lnTo>
                  <a:lnTo>
                    <a:pt x="319041" y="5690"/>
                  </a:lnTo>
                  <a:lnTo>
                    <a:pt x="273773" y="16996"/>
                  </a:lnTo>
                  <a:lnTo>
                    <a:pt x="230249" y="33741"/>
                  </a:lnTo>
                  <a:lnTo>
                    <a:pt x="189880" y="55248"/>
                  </a:lnTo>
                  <a:lnTo>
                    <a:pt x="152859" y="81123"/>
                  </a:lnTo>
                  <a:lnTo>
                    <a:pt x="119375" y="110973"/>
                  </a:lnTo>
                  <a:lnTo>
                    <a:pt x="89618" y="144403"/>
                  </a:lnTo>
                  <a:lnTo>
                    <a:pt x="63778" y="181022"/>
                  </a:lnTo>
                  <a:lnTo>
                    <a:pt x="42046" y="220434"/>
                  </a:lnTo>
                  <a:lnTo>
                    <a:pt x="24612" y="262248"/>
                  </a:lnTo>
                  <a:lnTo>
                    <a:pt x="11666" y="306068"/>
                  </a:lnTo>
                  <a:lnTo>
                    <a:pt x="3398" y="351502"/>
                  </a:lnTo>
                  <a:lnTo>
                    <a:pt x="0" y="398157"/>
                  </a:lnTo>
                  <a:lnTo>
                    <a:pt x="1659" y="445638"/>
                  </a:lnTo>
                  <a:lnTo>
                    <a:pt x="8568" y="493552"/>
                  </a:lnTo>
                  <a:lnTo>
                    <a:pt x="20916" y="541506"/>
                  </a:lnTo>
                  <a:lnTo>
                    <a:pt x="38363" y="587817"/>
                  </a:lnTo>
                  <a:lnTo>
                    <a:pt x="60241" y="630975"/>
                  </a:lnTo>
                  <a:lnTo>
                    <a:pt x="86167" y="670767"/>
                  </a:lnTo>
                  <a:lnTo>
                    <a:pt x="115761" y="706980"/>
                  </a:lnTo>
                  <a:lnTo>
                    <a:pt x="148638" y="739401"/>
                  </a:lnTo>
                  <a:lnTo>
                    <a:pt x="184419" y="767817"/>
                  </a:lnTo>
                  <a:lnTo>
                    <a:pt x="222719" y="792014"/>
                  </a:lnTo>
                  <a:lnTo>
                    <a:pt x="263158" y="811779"/>
                  </a:lnTo>
                  <a:lnTo>
                    <a:pt x="305353" y="826898"/>
                  </a:lnTo>
                  <a:lnTo>
                    <a:pt x="348923" y="837159"/>
                  </a:lnTo>
                  <a:lnTo>
                    <a:pt x="393484" y="842348"/>
                  </a:lnTo>
                  <a:lnTo>
                    <a:pt x="438654" y="842252"/>
                  </a:lnTo>
                  <a:lnTo>
                    <a:pt x="484053" y="836657"/>
                  </a:lnTo>
                  <a:lnTo>
                    <a:pt x="529297" y="825351"/>
                  </a:lnTo>
                  <a:lnTo>
                    <a:pt x="572846" y="808606"/>
                  </a:lnTo>
                  <a:lnTo>
                    <a:pt x="613231" y="787099"/>
                  </a:lnTo>
                  <a:lnTo>
                    <a:pt x="650263" y="761224"/>
                  </a:lnTo>
                  <a:lnTo>
                    <a:pt x="683754" y="731375"/>
                  </a:lnTo>
                  <a:lnTo>
                    <a:pt x="713515" y="697944"/>
                  </a:lnTo>
                  <a:lnTo>
                    <a:pt x="739356" y="661326"/>
                  </a:lnTo>
                  <a:lnTo>
                    <a:pt x="761088" y="621913"/>
                  </a:lnTo>
                  <a:lnTo>
                    <a:pt x="778522" y="580100"/>
                  </a:lnTo>
                  <a:lnTo>
                    <a:pt x="791470" y="536279"/>
                  </a:lnTo>
                  <a:lnTo>
                    <a:pt x="799741" y="490845"/>
                  </a:lnTo>
                  <a:lnTo>
                    <a:pt x="803146" y="444191"/>
                  </a:lnTo>
                  <a:lnTo>
                    <a:pt x="801498" y="396710"/>
                  </a:lnTo>
                  <a:lnTo>
                    <a:pt x="794606" y="348795"/>
                  </a:lnTo>
                  <a:lnTo>
                    <a:pt x="782281" y="300841"/>
                  </a:lnTo>
                  <a:lnTo>
                    <a:pt x="764811" y="254531"/>
                  </a:lnTo>
                  <a:lnTo>
                    <a:pt x="742917" y="211373"/>
                  </a:lnTo>
                  <a:lnTo>
                    <a:pt x="716979" y="171581"/>
                  </a:lnTo>
                  <a:lnTo>
                    <a:pt x="687379" y="135367"/>
                  </a:lnTo>
                  <a:lnTo>
                    <a:pt x="654497" y="102946"/>
                  </a:lnTo>
                  <a:lnTo>
                    <a:pt x="618716" y="74531"/>
                  </a:lnTo>
                  <a:lnTo>
                    <a:pt x="580415" y="50334"/>
                  </a:lnTo>
                  <a:lnTo>
                    <a:pt x="539976" y="30569"/>
                  </a:lnTo>
                  <a:lnTo>
                    <a:pt x="497779" y="15449"/>
                  </a:lnTo>
                  <a:lnTo>
                    <a:pt x="454207" y="5189"/>
                  </a:lnTo>
                  <a:lnTo>
                    <a:pt x="409639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 descr="$PPTXTitle"/>
          <p:cNvSpPr txBox="1">
            <a:spLocks noGrp="1"/>
          </p:cNvSpPr>
          <p:nvPr>
            <p:ph type="title"/>
          </p:nvPr>
        </p:nvSpPr>
        <p:spPr>
          <a:xfrm>
            <a:off x="2774442" y="203657"/>
            <a:ext cx="35934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What</a:t>
            </a:r>
            <a:r>
              <a:rPr sz="3600" spc="-75" dirty="0"/>
              <a:t> </a:t>
            </a:r>
            <a:r>
              <a:rPr sz="3600" dirty="0"/>
              <a:t>you</a:t>
            </a:r>
            <a:r>
              <a:rPr sz="3600" spc="-75" dirty="0"/>
              <a:t> </a:t>
            </a:r>
            <a:r>
              <a:rPr sz="3600" dirty="0"/>
              <a:t>can</a:t>
            </a:r>
            <a:r>
              <a:rPr sz="3600" spc="-70" dirty="0"/>
              <a:t> </a:t>
            </a:r>
            <a:r>
              <a:rPr sz="3600" spc="-20" dirty="0"/>
              <a:t>see?</a:t>
            </a:r>
            <a:endParaRPr sz="3600"/>
          </a:p>
        </p:txBody>
      </p:sp>
      <p:sp>
        <p:nvSpPr>
          <p:cNvPr id="45" name="object 45"/>
          <p:cNvSpPr txBox="1"/>
          <p:nvPr/>
        </p:nvSpPr>
        <p:spPr>
          <a:xfrm>
            <a:off x="1679194" y="5460927"/>
            <a:ext cx="1030605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spc="-10" dirty="0">
                <a:solidFill>
                  <a:srgbClr val="401F00"/>
                </a:solidFill>
                <a:latin typeface="Arial MT"/>
                <a:cs typeface="Arial MT"/>
              </a:rPr>
              <a:t>Manager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480809" y="5689527"/>
            <a:ext cx="1144270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spc="-10" dirty="0">
                <a:solidFill>
                  <a:srgbClr val="401F00"/>
                </a:solidFill>
                <a:latin typeface="Arial MT"/>
                <a:cs typeface="Arial MT"/>
              </a:rPr>
              <a:t>Marketing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843264" y="6090867"/>
            <a:ext cx="17526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9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M 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1425"/>
              </a:lnSpc>
            </a:pPr>
            <a:fld id="{81D60167-4931-47E6-BA6A-407CBD079E47}" type="slidenum">
              <a:rPr spc="-50" dirty="0">
                <a:solidFill>
                  <a:srgbClr val="000000"/>
                </a:solidFill>
                <a:latin typeface="Arial MT"/>
                <a:cs typeface="Arial MT"/>
              </a:rPr>
              <a:t>5</a:t>
            </a:fld>
            <a:endParaRPr spc="-50" dirty="0">
              <a:solidFill>
                <a:srgbClr val="000000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90827" y="2281427"/>
            <a:ext cx="1353820" cy="597535"/>
            <a:chOff x="1290827" y="2281427"/>
            <a:chExt cx="1353820" cy="5975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399" y="2285999"/>
              <a:ext cx="1344168" cy="58826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95399" y="2285999"/>
              <a:ext cx="1344295" cy="588645"/>
            </a:xfrm>
            <a:custGeom>
              <a:avLst/>
              <a:gdLst/>
              <a:ahLst/>
              <a:cxnLst/>
              <a:rect l="l" t="t" r="r" b="b"/>
              <a:pathLst>
                <a:path w="1344295" h="588644">
                  <a:moveTo>
                    <a:pt x="0" y="294132"/>
                  </a:moveTo>
                  <a:lnTo>
                    <a:pt x="12117" y="238243"/>
                  </a:lnTo>
                  <a:lnTo>
                    <a:pt x="46967" y="185893"/>
                  </a:lnTo>
                  <a:lnTo>
                    <a:pt x="102299" y="138068"/>
                  </a:lnTo>
                  <a:lnTo>
                    <a:pt x="136941" y="116161"/>
                  </a:lnTo>
                  <a:lnTo>
                    <a:pt x="175859" y="95755"/>
                  </a:lnTo>
                  <a:lnTo>
                    <a:pt x="218772" y="76973"/>
                  </a:lnTo>
                  <a:lnTo>
                    <a:pt x="265397" y="59939"/>
                  </a:lnTo>
                  <a:lnTo>
                    <a:pt x="315453" y="44777"/>
                  </a:lnTo>
                  <a:lnTo>
                    <a:pt x="368659" y="31609"/>
                  </a:lnTo>
                  <a:lnTo>
                    <a:pt x="424734" y="20558"/>
                  </a:lnTo>
                  <a:lnTo>
                    <a:pt x="483395" y="11749"/>
                  </a:lnTo>
                  <a:lnTo>
                    <a:pt x="544361" y="5304"/>
                  </a:lnTo>
                  <a:lnTo>
                    <a:pt x="607351" y="1346"/>
                  </a:lnTo>
                  <a:lnTo>
                    <a:pt x="672083" y="0"/>
                  </a:lnTo>
                  <a:lnTo>
                    <a:pt x="736816" y="1346"/>
                  </a:lnTo>
                  <a:lnTo>
                    <a:pt x="799806" y="5304"/>
                  </a:lnTo>
                  <a:lnTo>
                    <a:pt x="860772" y="11749"/>
                  </a:lnTo>
                  <a:lnTo>
                    <a:pt x="919433" y="20558"/>
                  </a:lnTo>
                  <a:lnTo>
                    <a:pt x="975508" y="31609"/>
                  </a:lnTo>
                  <a:lnTo>
                    <a:pt x="1028714" y="44777"/>
                  </a:lnTo>
                  <a:lnTo>
                    <a:pt x="1078770" y="59939"/>
                  </a:lnTo>
                  <a:lnTo>
                    <a:pt x="1125395" y="76973"/>
                  </a:lnTo>
                  <a:lnTo>
                    <a:pt x="1168308" y="95755"/>
                  </a:lnTo>
                  <a:lnTo>
                    <a:pt x="1207226" y="116161"/>
                  </a:lnTo>
                  <a:lnTo>
                    <a:pt x="1241868" y="138068"/>
                  </a:lnTo>
                  <a:lnTo>
                    <a:pt x="1297200" y="185893"/>
                  </a:lnTo>
                  <a:lnTo>
                    <a:pt x="1332050" y="238243"/>
                  </a:lnTo>
                  <a:lnTo>
                    <a:pt x="1344168" y="294132"/>
                  </a:lnTo>
                  <a:lnTo>
                    <a:pt x="1341091" y="322457"/>
                  </a:lnTo>
                  <a:lnTo>
                    <a:pt x="1317326" y="376699"/>
                  </a:lnTo>
                  <a:lnTo>
                    <a:pt x="1271954" y="426910"/>
                  </a:lnTo>
                  <a:lnTo>
                    <a:pt x="1207226" y="472102"/>
                  </a:lnTo>
                  <a:lnTo>
                    <a:pt x="1168308" y="492508"/>
                  </a:lnTo>
                  <a:lnTo>
                    <a:pt x="1125395" y="511290"/>
                  </a:lnTo>
                  <a:lnTo>
                    <a:pt x="1078770" y="528324"/>
                  </a:lnTo>
                  <a:lnTo>
                    <a:pt x="1028714" y="543486"/>
                  </a:lnTo>
                  <a:lnTo>
                    <a:pt x="975508" y="556654"/>
                  </a:lnTo>
                  <a:lnTo>
                    <a:pt x="919433" y="567705"/>
                  </a:lnTo>
                  <a:lnTo>
                    <a:pt x="860772" y="576514"/>
                  </a:lnTo>
                  <a:lnTo>
                    <a:pt x="799806" y="582959"/>
                  </a:lnTo>
                  <a:lnTo>
                    <a:pt x="736816" y="586917"/>
                  </a:lnTo>
                  <a:lnTo>
                    <a:pt x="672083" y="588263"/>
                  </a:lnTo>
                  <a:lnTo>
                    <a:pt x="607351" y="586917"/>
                  </a:lnTo>
                  <a:lnTo>
                    <a:pt x="544361" y="582959"/>
                  </a:lnTo>
                  <a:lnTo>
                    <a:pt x="483395" y="576514"/>
                  </a:lnTo>
                  <a:lnTo>
                    <a:pt x="424734" y="567705"/>
                  </a:lnTo>
                  <a:lnTo>
                    <a:pt x="368659" y="556654"/>
                  </a:lnTo>
                  <a:lnTo>
                    <a:pt x="315453" y="543486"/>
                  </a:lnTo>
                  <a:lnTo>
                    <a:pt x="265397" y="528324"/>
                  </a:lnTo>
                  <a:lnTo>
                    <a:pt x="218772" y="511290"/>
                  </a:lnTo>
                  <a:lnTo>
                    <a:pt x="175859" y="492508"/>
                  </a:lnTo>
                  <a:lnTo>
                    <a:pt x="136941" y="472102"/>
                  </a:lnTo>
                  <a:lnTo>
                    <a:pt x="102299" y="450195"/>
                  </a:lnTo>
                  <a:lnTo>
                    <a:pt x="46967" y="402370"/>
                  </a:lnTo>
                  <a:lnTo>
                    <a:pt x="12117" y="350020"/>
                  </a:lnTo>
                  <a:lnTo>
                    <a:pt x="0" y="294132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2600" y="2285999"/>
              <a:ext cx="588263" cy="5882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52600" y="2285999"/>
              <a:ext cx="588645" cy="588645"/>
            </a:xfrm>
            <a:custGeom>
              <a:avLst/>
              <a:gdLst/>
              <a:ahLst/>
              <a:cxnLst/>
              <a:rect l="l" t="t" r="r" b="b"/>
              <a:pathLst>
                <a:path w="588644" h="588644">
                  <a:moveTo>
                    <a:pt x="0" y="294132"/>
                  </a:moveTo>
                  <a:lnTo>
                    <a:pt x="3850" y="246425"/>
                  </a:lnTo>
                  <a:lnTo>
                    <a:pt x="14996" y="201167"/>
                  </a:lnTo>
                  <a:lnTo>
                    <a:pt x="32832" y="158966"/>
                  </a:lnTo>
                  <a:lnTo>
                    <a:pt x="56753" y="120426"/>
                  </a:lnTo>
                  <a:lnTo>
                    <a:pt x="86153" y="86153"/>
                  </a:lnTo>
                  <a:lnTo>
                    <a:pt x="120426" y="56753"/>
                  </a:lnTo>
                  <a:lnTo>
                    <a:pt x="158966" y="32832"/>
                  </a:lnTo>
                  <a:lnTo>
                    <a:pt x="201167" y="14996"/>
                  </a:lnTo>
                  <a:lnTo>
                    <a:pt x="246425" y="3850"/>
                  </a:lnTo>
                  <a:lnTo>
                    <a:pt x="294131" y="0"/>
                  </a:lnTo>
                  <a:lnTo>
                    <a:pt x="341838" y="3850"/>
                  </a:lnTo>
                  <a:lnTo>
                    <a:pt x="387095" y="14996"/>
                  </a:lnTo>
                  <a:lnTo>
                    <a:pt x="429297" y="32832"/>
                  </a:lnTo>
                  <a:lnTo>
                    <a:pt x="467837" y="56753"/>
                  </a:lnTo>
                  <a:lnTo>
                    <a:pt x="502110" y="86153"/>
                  </a:lnTo>
                  <a:lnTo>
                    <a:pt x="531510" y="120426"/>
                  </a:lnTo>
                  <a:lnTo>
                    <a:pt x="555431" y="158966"/>
                  </a:lnTo>
                  <a:lnTo>
                    <a:pt x="573267" y="201168"/>
                  </a:lnTo>
                  <a:lnTo>
                    <a:pt x="584413" y="246425"/>
                  </a:lnTo>
                  <a:lnTo>
                    <a:pt x="588263" y="294132"/>
                  </a:lnTo>
                  <a:lnTo>
                    <a:pt x="584413" y="341838"/>
                  </a:lnTo>
                  <a:lnTo>
                    <a:pt x="573267" y="387096"/>
                  </a:lnTo>
                  <a:lnTo>
                    <a:pt x="555431" y="429297"/>
                  </a:lnTo>
                  <a:lnTo>
                    <a:pt x="531510" y="467837"/>
                  </a:lnTo>
                  <a:lnTo>
                    <a:pt x="502110" y="502110"/>
                  </a:lnTo>
                  <a:lnTo>
                    <a:pt x="467837" y="531510"/>
                  </a:lnTo>
                  <a:lnTo>
                    <a:pt x="429297" y="555431"/>
                  </a:lnTo>
                  <a:lnTo>
                    <a:pt x="387096" y="573267"/>
                  </a:lnTo>
                  <a:lnTo>
                    <a:pt x="341838" y="584413"/>
                  </a:lnTo>
                  <a:lnTo>
                    <a:pt x="294131" y="588263"/>
                  </a:lnTo>
                  <a:lnTo>
                    <a:pt x="246425" y="584413"/>
                  </a:lnTo>
                  <a:lnTo>
                    <a:pt x="201168" y="573267"/>
                  </a:lnTo>
                  <a:lnTo>
                    <a:pt x="158966" y="555431"/>
                  </a:lnTo>
                  <a:lnTo>
                    <a:pt x="120426" y="531510"/>
                  </a:lnTo>
                  <a:lnTo>
                    <a:pt x="86153" y="502110"/>
                  </a:lnTo>
                  <a:lnTo>
                    <a:pt x="56753" y="467837"/>
                  </a:lnTo>
                  <a:lnTo>
                    <a:pt x="32832" y="429297"/>
                  </a:lnTo>
                  <a:lnTo>
                    <a:pt x="14996" y="387095"/>
                  </a:lnTo>
                  <a:lnTo>
                    <a:pt x="3850" y="341838"/>
                  </a:lnTo>
                  <a:lnTo>
                    <a:pt x="0" y="294132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2827" y="2586227"/>
              <a:ext cx="176784" cy="176784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3352332" y="3358987"/>
            <a:ext cx="2826385" cy="1945639"/>
            <a:chOff x="3352332" y="3358987"/>
            <a:chExt cx="2826385" cy="1945639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57094" y="3363750"/>
              <a:ext cx="2816445" cy="13654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97985" y="5224017"/>
              <a:ext cx="75945" cy="7581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29861" y="5025262"/>
              <a:ext cx="151764" cy="15163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91965" y="4756784"/>
              <a:ext cx="227584" cy="22758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57094" y="3363750"/>
              <a:ext cx="2816860" cy="1365885"/>
            </a:xfrm>
            <a:custGeom>
              <a:avLst/>
              <a:gdLst/>
              <a:ahLst/>
              <a:cxnLst/>
              <a:rect l="l" t="t" r="r" b="b"/>
              <a:pathLst>
                <a:path w="2816860" h="1365885">
                  <a:moveTo>
                    <a:pt x="255801" y="449424"/>
                  </a:moveTo>
                  <a:lnTo>
                    <a:pt x="251728" y="410000"/>
                  </a:lnTo>
                  <a:lnTo>
                    <a:pt x="255594" y="371490"/>
                  </a:lnTo>
                  <a:lnTo>
                    <a:pt x="266951" y="334283"/>
                  </a:lnTo>
                  <a:lnTo>
                    <a:pt x="285349" y="298769"/>
                  </a:lnTo>
                  <a:lnTo>
                    <a:pt x="310341" y="265339"/>
                  </a:lnTo>
                  <a:lnTo>
                    <a:pt x="341478" y="234382"/>
                  </a:lnTo>
                  <a:lnTo>
                    <a:pt x="378311" y="206287"/>
                  </a:lnTo>
                  <a:lnTo>
                    <a:pt x="420393" y="181445"/>
                  </a:lnTo>
                  <a:lnTo>
                    <a:pt x="467274" y="160245"/>
                  </a:lnTo>
                  <a:lnTo>
                    <a:pt x="518506" y="143078"/>
                  </a:lnTo>
                  <a:lnTo>
                    <a:pt x="573640" y="130333"/>
                  </a:lnTo>
                  <a:lnTo>
                    <a:pt x="632229" y="122399"/>
                  </a:lnTo>
                  <a:lnTo>
                    <a:pt x="681061" y="119829"/>
                  </a:lnTo>
                  <a:lnTo>
                    <a:pt x="729727" y="120842"/>
                  </a:lnTo>
                  <a:lnTo>
                    <a:pt x="777787" y="125384"/>
                  </a:lnTo>
                  <a:lnTo>
                    <a:pt x="824798" y="133397"/>
                  </a:lnTo>
                  <a:lnTo>
                    <a:pt x="870321" y="144824"/>
                  </a:lnTo>
                  <a:lnTo>
                    <a:pt x="913915" y="159610"/>
                  </a:lnTo>
                  <a:lnTo>
                    <a:pt x="941301" y="130805"/>
                  </a:lnTo>
                  <a:lnTo>
                    <a:pt x="973930" y="105586"/>
                  </a:lnTo>
                  <a:lnTo>
                    <a:pt x="1011073" y="84103"/>
                  </a:lnTo>
                  <a:lnTo>
                    <a:pt x="1052004" y="66502"/>
                  </a:lnTo>
                  <a:lnTo>
                    <a:pt x="1095994" y="52934"/>
                  </a:lnTo>
                  <a:lnTo>
                    <a:pt x="1142316" y="43545"/>
                  </a:lnTo>
                  <a:lnTo>
                    <a:pt x="1190242" y="38484"/>
                  </a:lnTo>
                  <a:lnTo>
                    <a:pt x="1239044" y="37899"/>
                  </a:lnTo>
                  <a:lnTo>
                    <a:pt x="1287995" y="41940"/>
                  </a:lnTo>
                  <a:lnTo>
                    <a:pt x="1336368" y="50753"/>
                  </a:lnTo>
                  <a:lnTo>
                    <a:pt x="1383434" y="64487"/>
                  </a:lnTo>
                  <a:lnTo>
                    <a:pt x="1426011" y="82140"/>
                  </a:lnTo>
                  <a:lnTo>
                    <a:pt x="1464206" y="103603"/>
                  </a:lnTo>
                  <a:lnTo>
                    <a:pt x="1491120" y="74739"/>
                  </a:lnTo>
                  <a:lnTo>
                    <a:pt x="1524408" y="50195"/>
                  </a:lnTo>
                  <a:lnTo>
                    <a:pt x="1562993" y="30211"/>
                  </a:lnTo>
                  <a:lnTo>
                    <a:pt x="1605799" y="15025"/>
                  </a:lnTo>
                  <a:lnTo>
                    <a:pt x="1651749" y="4875"/>
                  </a:lnTo>
                  <a:lnTo>
                    <a:pt x="1699767" y="0"/>
                  </a:lnTo>
                  <a:lnTo>
                    <a:pt x="1748776" y="637"/>
                  </a:lnTo>
                  <a:lnTo>
                    <a:pt x="1797699" y="7025"/>
                  </a:lnTo>
                  <a:lnTo>
                    <a:pt x="1845460" y="19402"/>
                  </a:lnTo>
                  <a:lnTo>
                    <a:pt x="1899721" y="42739"/>
                  </a:lnTo>
                  <a:lnTo>
                    <a:pt x="1944647" y="73504"/>
                  </a:lnTo>
                  <a:lnTo>
                    <a:pt x="1980967" y="49494"/>
                  </a:lnTo>
                  <a:lnTo>
                    <a:pt x="2021572" y="30152"/>
                  </a:lnTo>
                  <a:lnTo>
                    <a:pt x="2065544" y="15526"/>
                  </a:lnTo>
                  <a:lnTo>
                    <a:pt x="2111964" y="5666"/>
                  </a:lnTo>
                  <a:lnTo>
                    <a:pt x="2159912" y="622"/>
                  </a:lnTo>
                  <a:lnTo>
                    <a:pt x="2208470" y="444"/>
                  </a:lnTo>
                  <a:lnTo>
                    <a:pt x="2256718" y="5180"/>
                  </a:lnTo>
                  <a:lnTo>
                    <a:pt x="2303738" y="14881"/>
                  </a:lnTo>
                  <a:lnTo>
                    <a:pt x="2348610" y="29596"/>
                  </a:lnTo>
                  <a:lnTo>
                    <a:pt x="2390417" y="49374"/>
                  </a:lnTo>
                  <a:lnTo>
                    <a:pt x="2428894" y="74927"/>
                  </a:lnTo>
                  <a:lnTo>
                    <a:pt x="2459918" y="104254"/>
                  </a:lnTo>
                  <a:lnTo>
                    <a:pt x="2482893" y="136653"/>
                  </a:lnTo>
                  <a:lnTo>
                    <a:pt x="2497224" y="171421"/>
                  </a:lnTo>
                  <a:lnTo>
                    <a:pt x="2550377" y="184099"/>
                  </a:lnTo>
                  <a:lnTo>
                    <a:pt x="2598478" y="201781"/>
                  </a:lnTo>
                  <a:lnTo>
                    <a:pt x="2641025" y="223886"/>
                  </a:lnTo>
                  <a:lnTo>
                    <a:pt x="2677513" y="249832"/>
                  </a:lnTo>
                  <a:lnTo>
                    <a:pt x="2707441" y="279038"/>
                  </a:lnTo>
                  <a:lnTo>
                    <a:pt x="2730304" y="310922"/>
                  </a:lnTo>
                  <a:lnTo>
                    <a:pt x="2752829" y="380400"/>
                  </a:lnTo>
                  <a:lnTo>
                    <a:pt x="2751484" y="416831"/>
                  </a:lnTo>
                  <a:lnTo>
                    <a:pt x="2741064" y="453615"/>
                  </a:lnTo>
                  <a:lnTo>
                    <a:pt x="2725189" y="483841"/>
                  </a:lnTo>
                  <a:lnTo>
                    <a:pt x="2758442" y="516820"/>
                  </a:lnTo>
                  <a:lnTo>
                    <a:pt x="2784097" y="551614"/>
                  </a:lnTo>
                  <a:lnTo>
                    <a:pt x="2802252" y="587737"/>
                  </a:lnTo>
                  <a:lnTo>
                    <a:pt x="2813002" y="624703"/>
                  </a:lnTo>
                  <a:lnTo>
                    <a:pt x="2816445" y="662025"/>
                  </a:lnTo>
                  <a:lnTo>
                    <a:pt x="2812676" y="699217"/>
                  </a:lnTo>
                  <a:lnTo>
                    <a:pt x="2801793" y="735793"/>
                  </a:lnTo>
                  <a:lnTo>
                    <a:pt x="2783891" y="771266"/>
                  </a:lnTo>
                  <a:lnTo>
                    <a:pt x="2759068" y="805149"/>
                  </a:lnTo>
                  <a:lnTo>
                    <a:pt x="2727420" y="836957"/>
                  </a:lnTo>
                  <a:lnTo>
                    <a:pt x="2689044" y="866203"/>
                  </a:lnTo>
                  <a:lnTo>
                    <a:pt x="2644036" y="892400"/>
                  </a:lnTo>
                  <a:lnTo>
                    <a:pt x="2596949" y="913282"/>
                  </a:lnTo>
                  <a:lnTo>
                    <a:pt x="2546420" y="929913"/>
                  </a:lnTo>
                  <a:lnTo>
                    <a:pt x="2493106" y="942139"/>
                  </a:lnTo>
                  <a:lnTo>
                    <a:pt x="2437661" y="949804"/>
                  </a:lnTo>
                  <a:lnTo>
                    <a:pt x="2433133" y="986547"/>
                  </a:lnTo>
                  <a:lnTo>
                    <a:pt x="2401379" y="1054485"/>
                  </a:lnTo>
                  <a:lnTo>
                    <a:pt x="2375327" y="1084919"/>
                  </a:lnTo>
                  <a:lnTo>
                    <a:pt x="2343277" y="1112488"/>
                  </a:lnTo>
                  <a:lnTo>
                    <a:pt x="2305816" y="1136813"/>
                  </a:lnTo>
                  <a:lnTo>
                    <a:pt x="2263533" y="1157512"/>
                  </a:lnTo>
                  <a:lnTo>
                    <a:pt x="2217015" y="1174205"/>
                  </a:lnTo>
                  <a:lnTo>
                    <a:pt x="2166850" y="1186511"/>
                  </a:lnTo>
                  <a:lnTo>
                    <a:pt x="2113626" y="1194049"/>
                  </a:lnTo>
                  <a:lnTo>
                    <a:pt x="2057931" y="1196438"/>
                  </a:lnTo>
                  <a:lnTo>
                    <a:pt x="2006212" y="1193867"/>
                  </a:lnTo>
                  <a:lnTo>
                    <a:pt x="1955743" y="1186628"/>
                  </a:lnTo>
                  <a:lnTo>
                    <a:pt x="1907251" y="1174864"/>
                  </a:lnTo>
                  <a:lnTo>
                    <a:pt x="1861462" y="1158719"/>
                  </a:lnTo>
                  <a:lnTo>
                    <a:pt x="1842202" y="1193049"/>
                  </a:lnTo>
                  <a:lnTo>
                    <a:pt x="1817239" y="1224816"/>
                  </a:lnTo>
                  <a:lnTo>
                    <a:pt x="1787086" y="1253839"/>
                  </a:lnTo>
                  <a:lnTo>
                    <a:pt x="1752257" y="1279936"/>
                  </a:lnTo>
                  <a:lnTo>
                    <a:pt x="1713266" y="1302926"/>
                  </a:lnTo>
                  <a:lnTo>
                    <a:pt x="1670628" y="1322626"/>
                  </a:lnTo>
                  <a:lnTo>
                    <a:pt x="1624856" y="1338854"/>
                  </a:lnTo>
                  <a:lnTo>
                    <a:pt x="1576465" y="1351430"/>
                  </a:lnTo>
                  <a:lnTo>
                    <a:pt x="1525968" y="1360172"/>
                  </a:lnTo>
                  <a:lnTo>
                    <a:pt x="1473879" y="1364897"/>
                  </a:lnTo>
                  <a:lnTo>
                    <a:pt x="1420712" y="1365424"/>
                  </a:lnTo>
                  <a:lnTo>
                    <a:pt x="1366982" y="1361571"/>
                  </a:lnTo>
                  <a:lnTo>
                    <a:pt x="1313203" y="1353156"/>
                  </a:lnTo>
                  <a:lnTo>
                    <a:pt x="1256458" y="1338870"/>
                  </a:lnTo>
                  <a:lnTo>
                    <a:pt x="1203578" y="1319701"/>
                  </a:lnTo>
                  <a:lnTo>
                    <a:pt x="1155259" y="1295979"/>
                  </a:lnTo>
                  <a:lnTo>
                    <a:pt x="1112193" y="1268032"/>
                  </a:lnTo>
                  <a:lnTo>
                    <a:pt x="1075078" y="1236189"/>
                  </a:lnTo>
                  <a:lnTo>
                    <a:pt x="1026603" y="1253229"/>
                  </a:lnTo>
                  <a:lnTo>
                    <a:pt x="976660" y="1266447"/>
                  </a:lnTo>
                  <a:lnTo>
                    <a:pt x="925668" y="1275914"/>
                  </a:lnTo>
                  <a:lnTo>
                    <a:pt x="874048" y="1281698"/>
                  </a:lnTo>
                  <a:lnTo>
                    <a:pt x="822221" y="1283871"/>
                  </a:lnTo>
                  <a:lnTo>
                    <a:pt x="770607" y="1282501"/>
                  </a:lnTo>
                  <a:lnTo>
                    <a:pt x="719627" y="1277658"/>
                  </a:lnTo>
                  <a:lnTo>
                    <a:pt x="669702" y="1269412"/>
                  </a:lnTo>
                  <a:lnTo>
                    <a:pt x="621252" y="1257833"/>
                  </a:lnTo>
                  <a:lnTo>
                    <a:pt x="574698" y="1242991"/>
                  </a:lnTo>
                  <a:lnTo>
                    <a:pt x="530460" y="1224955"/>
                  </a:lnTo>
                  <a:lnTo>
                    <a:pt x="488960" y="1203795"/>
                  </a:lnTo>
                  <a:lnTo>
                    <a:pt x="450617" y="1179581"/>
                  </a:lnTo>
                  <a:lnTo>
                    <a:pt x="415852" y="1152383"/>
                  </a:lnTo>
                  <a:lnTo>
                    <a:pt x="385087" y="1122270"/>
                  </a:lnTo>
                  <a:lnTo>
                    <a:pt x="379880" y="1116301"/>
                  </a:lnTo>
                  <a:lnTo>
                    <a:pt x="322346" y="1116929"/>
                  </a:lnTo>
                  <a:lnTo>
                    <a:pt x="267461" y="1110203"/>
                  </a:lnTo>
                  <a:lnTo>
                    <a:pt x="216493" y="1096783"/>
                  </a:lnTo>
                  <a:lnTo>
                    <a:pt x="170711" y="1077328"/>
                  </a:lnTo>
                  <a:lnTo>
                    <a:pt x="131381" y="1052497"/>
                  </a:lnTo>
                  <a:lnTo>
                    <a:pt x="99773" y="1022950"/>
                  </a:lnTo>
                  <a:lnTo>
                    <a:pt x="77154" y="989346"/>
                  </a:lnTo>
                  <a:lnTo>
                    <a:pt x="64793" y="952344"/>
                  </a:lnTo>
                  <a:lnTo>
                    <a:pt x="64299" y="911520"/>
                  </a:lnTo>
                  <a:lnTo>
                    <a:pt x="77032" y="872064"/>
                  </a:lnTo>
                  <a:lnTo>
                    <a:pt x="102315" y="835348"/>
                  </a:lnTo>
                  <a:lnTo>
                    <a:pt x="139469" y="802738"/>
                  </a:lnTo>
                  <a:lnTo>
                    <a:pt x="93156" y="780301"/>
                  </a:lnTo>
                  <a:lnTo>
                    <a:pt x="55645" y="753018"/>
                  </a:lnTo>
                  <a:lnTo>
                    <a:pt x="27343" y="721925"/>
                  </a:lnTo>
                  <a:lnTo>
                    <a:pt x="8659" y="688057"/>
                  </a:lnTo>
                  <a:lnTo>
                    <a:pt x="0" y="652452"/>
                  </a:lnTo>
                  <a:lnTo>
                    <a:pt x="1773" y="616144"/>
                  </a:lnTo>
                  <a:lnTo>
                    <a:pt x="14387" y="580169"/>
                  </a:lnTo>
                  <a:lnTo>
                    <a:pt x="38250" y="545563"/>
                  </a:lnTo>
                  <a:lnTo>
                    <a:pt x="69524" y="516737"/>
                  </a:lnTo>
                  <a:lnTo>
                    <a:pt x="107852" y="492624"/>
                  </a:lnTo>
                  <a:lnTo>
                    <a:pt x="152056" y="473728"/>
                  </a:lnTo>
                  <a:lnTo>
                    <a:pt x="200960" y="460557"/>
                  </a:lnTo>
                  <a:lnTo>
                    <a:pt x="253388" y="453615"/>
                  </a:lnTo>
                  <a:lnTo>
                    <a:pt x="255801" y="449424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93413" y="5219445"/>
              <a:ext cx="85089" cy="849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25290" y="5020690"/>
              <a:ext cx="160909" cy="16078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87393" y="4752212"/>
              <a:ext cx="236728" cy="23672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499612" y="4161154"/>
              <a:ext cx="1736725" cy="433705"/>
            </a:xfrm>
            <a:custGeom>
              <a:avLst/>
              <a:gdLst/>
              <a:ahLst/>
              <a:cxnLst/>
              <a:rect l="l" t="t" r="r" b="b"/>
              <a:pathLst>
                <a:path w="1736725" h="433704">
                  <a:moveTo>
                    <a:pt x="164846" y="25146"/>
                  </a:moveTo>
                  <a:lnTo>
                    <a:pt x="121818" y="25217"/>
                  </a:lnTo>
                  <a:lnTo>
                    <a:pt x="79517" y="20955"/>
                  </a:lnTo>
                  <a:lnTo>
                    <a:pt x="38669" y="12501"/>
                  </a:lnTo>
                  <a:lnTo>
                    <a:pt x="0" y="0"/>
                  </a:lnTo>
                </a:path>
                <a:path w="1736725" h="433704">
                  <a:moveTo>
                    <a:pt x="310514" y="300863"/>
                  </a:moveTo>
                  <a:lnTo>
                    <a:pt x="292901" y="305052"/>
                  </a:lnTo>
                  <a:lnTo>
                    <a:pt x="274955" y="308467"/>
                  </a:lnTo>
                  <a:lnTo>
                    <a:pt x="256722" y="311096"/>
                  </a:lnTo>
                  <a:lnTo>
                    <a:pt x="238251" y="312928"/>
                  </a:lnTo>
                </a:path>
                <a:path w="1736725" h="433704">
                  <a:moveTo>
                    <a:pt x="932434" y="433324"/>
                  </a:moveTo>
                  <a:lnTo>
                    <a:pt x="919859" y="420159"/>
                  </a:lnTo>
                  <a:lnTo>
                    <a:pt x="908415" y="406590"/>
                  </a:lnTo>
                  <a:lnTo>
                    <a:pt x="898090" y="392640"/>
                  </a:lnTo>
                  <a:lnTo>
                    <a:pt x="888873" y="378333"/>
                  </a:lnTo>
                </a:path>
                <a:path w="1736725" h="433704">
                  <a:moveTo>
                    <a:pt x="1736598" y="296164"/>
                  </a:moveTo>
                  <a:lnTo>
                    <a:pt x="1734075" y="311465"/>
                  </a:lnTo>
                  <a:lnTo>
                    <a:pt x="1730327" y="326659"/>
                  </a:lnTo>
                  <a:lnTo>
                    <a:pt x="1725364" y="341687"/>
                  </a:lnTo>
                  <a:lnTo>
                    <a:pt x="1719199" y="356489"/>
                  </a:lnTo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76951" y="4079874"/>
              <a:ext cx="220853" cy="23469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612896" y="3432936"/>
              <a:ext cx="2468245" cy="495934"/>
            </a:xfrm>
            <a:custGeom>
              <a:avLst/>
              <a:gdLst/>
              <a:ahLst/>
              <a:cxnLst/>
              <a:rect l="l" t="t" r="r" b="b"/>
              <a:pathLst>
                <a:path w="2468245" h="495935">
                  <a:moveTo>
                    <a:pt x="2467991" y="411225"/>
                  </a:moveTo>
                  <a:lnTo>
                    <a:pt x="2450123" y="434978"/>
                  </a:lnTo>
                  <a:lnTo>
                    <a:pt x="2428303" y="457136"/>
                  </a:lnTo>
                  <a:lnTo>
                    <a:pt x="2402768" y="477484"/>
                  </a:lnTo>
                  <a:lnTo>
                    <a:pt x="2373756" y="495807"/>
                  </a:lnTo>
                </a:path>
                <a:path w="2468245" h="495935">
                  <a:moveTo>
                    <a:pt x="2241804" y="97409"/>
                  </a:moveTo>
                  <a:lnTo>
                    <a:pt x="2244113" y="107356"/>
                  </a:lnTo>
                  <a:lnTo>
                    <a:pt x="2245709" y="117363"/>
                  </a:lnTo>
                  <a:lnTo>
                    <a:pt x="2246590" y="127394"/>
                  </a:lnTo>
                  <a:lnTo>
                    <a:pt x="2246756" y="137413"/>
                  </a:lnTo>
                </a:path>
                <a:path w="2468245" h="495935">
                  <a:moveTo>
                    <a:pt x="1639696" y="50926"/>
                  </a:moveTo>
                  <a:lnTo>
                    <a:pt x="1649595" y="37343"/>
                  </a:lnTo>
                  <a:lnTo>
                    <a:pt x="1660969" y="24272"/>
                  </a:lnTo>
                  <a:lnTo>
                    <a:pt x="1673772" y="11797"/>
                  </a:lnTo>
                  <a:lnTo>
                    <a:pt x="1687956" y="0"/>
                  </a:lnTo>
                </a:path>
                <a:path w="2468245" h="495935">
                  <a:moveTo>
                    <a:pt x="1187830" y="75184"/>
                  </a:moveTo>
                  <a:lnTo>
                    <a:pt x="1192162" y="63853"/>
                  </a:lnTo>
                  <a:lnTo>
                    <a:pt x="1197530" y="52736"/>
                  </a:lnTo>
                  <a:lnTo>
                    <a:pt x="1203922" y="41858"/>
                  </a:lnTo>
                  <a:lnTo>
                    <a:pt x="1211326" y="31241"/>
                  </a:lnTo>
                </a:path>
                <a:path w="2468245" h="495935">
                  <a:moveTo>
                    <a:pt x="657732" y="90042"/>
                  </a:moveTo>
                  <a:lnTo>
                    <a:pt x="680342" y="99442"/>
                  </a:lnTo>
                  <a:lnTo>
                    <a:pt x="702024" y="109712"/>
                  </a:lnTo>
                  <a:lnTo>
                    <a:pt x="722705" y="120814"/>
                  </a:lnTo>
                  <a:lnTo>
                    <a:pt x="742314" y="132714"/>
                  </a:lnTo>
                </a:path>
                <a:path w="2468245" h="495935">
                  <a:moveTo>
                    <a:pt x="14731" y="425069"/>
                  </a:moveTo>
                  <a:lnTo>
                    <a:pt x="10036" y="413974"/>
                  </a:lnTo>
                  <a:lnTo>
                    <a:pt x="6032" y="402796"/>
                  </a:lnTo>
                  <a:lnTo>
                    <a:pt x="2694" y="391546"/>
                  </a:lnTo>
                  <a:lnTo>
                    <a:pt x="0" y="380238"/>
                  </a:lnTo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979417" y="3722326"/>
            <a:ext cx="1371600" cy="589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ts val="2215"/>
              </a:lnSpc>
            </a:pPr>
            <a:r>
              <a:rPr sz="2000" dirty="0">
                <a:solidFill>
                  <a:srgbClr val="401F00"/>
                </a:solidFill>
                <a:latin typeface="Arial MT"/>
                <a:cs typeface="Arial MT"/>
              </a:rPr>
              <a:t>Problem</a:t>
            </a:r>
            <a:r>
              <a:rPr sz="2000" spc="-30" dirty="0">
                <a:solidFill>
                  <a:srgbClr val="401F00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401F00"/>
                </a:solidFill>
                <a:latin typeface="Arial MT"/>
                <a:cs typeface="Arial MT"/>
              </a:rPr>
              <a:t>to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2000" dirty="0">
                <a:solidFill>
                  <a:srgbClr val="401F00"/>
                </a:solidFill>
                <a:latin typeface="Arial MT"/>
                <a:cs typeface="Arial MT"/>
              </a:rPr>
              <a:t>be</a:t>
            </a:r>
            <a:r>
              <a:rPr sz="2000" spc="-20" dirty="0">
                <a:solidFill>
                  <a:srgbClr val="401F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1F00"/>
                </a:solidFill>
                <a:latin typeface="Arial MT"/>
                <a:cs typeface="Arial MT"/>
              </a:rPr>
              <a:t>analysed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20028" y="1976627"/>
            <a:ext cx="1353820" cy="597535"/>
            <a:chOff x="6320028" y="1976627"/>
            <a:chExt cx="1353820" cy="59753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4600" y="1981199"/>
              <a:ext cx="1344168" cy="58826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324600" y="1981199"/>
              <a:ext cx="1344295" cy="588645"/>
            </a:xfrm>
            <a:custGeom>
              <a:avLst/>
              <a:gdLst/>
              <a:ahLst/>
              <a:cxnLst/>
              <a:rect l="l" t="t" r="r" b="b"/>
              <a:pathLst>
                <a:path w="1344295" h="588644">
                  <a:moveTo>
                    <a:pt x="0" y="294132"/>
                  </a:moveTo>
                  <a:lnTo>
                    <a:pt x="12117" y="238243"/>
                  </a:lnTo>
                  <a:lnTo>
                    <a:pt x="46967" y="185893"/>
                  </a:lnTo>
                  <a:lnTo>
                    <a:pt x="102299" y="138068"/>
                  </a:lnTo>
                  <a:lnTo>
                    <a:pt x="136941" y="116161"/>
                  </a:lnTo>
                  <a:lnTo>
                    <a:pt x="175859" y="95755"/>
                  </a:lnTo>
                  <a:lnTo>
                    <a:pt x="218772" y="76973"/>
                  </a:lnTo>
                  <a:lnTo>
                    <a:pt x="265397" y="59939"/>
                  </a:lnTo>
                  <a:lnTo>
                    <a:pt x="315453" y="44777"/>
                  </a:lnTo>
                  <a:lnTo>
                    <a:pt x="368659" y="31609"/>
                  </a:lnTo>
                  <a:lnTo>
                    <a:pt x="424734" y="20558"/>
                  </a:lnTo>
                  <a:lnTo>
                    <a:pt x="483395" y="11749"/>
                  </a:lnTo>
                  <a:lnTo>
                    <a:pt x="544361" y="5304"/>
                  </a:lnTo>
                  <a:lnTo>
                    <a:pt x="607351" y="1346"/>
                  </a:lnTo>
                  <a:lnTo>
                    <a:pt x="672083" y="0"/>
                  </a:lnTo>
                  <a:lnTo>
                    <a:pt x="736816" y="1346"/>
                  </a:lnTo>
                  <a:lnTo>
                    <a:pt x="799806" y="5304"/>
                  </a:lnTo>
                  <a:lnTo>
                    <a:pt x="860772" y="11749"/>
                  </a:lnTo>
                  <a:lnTo>
                    <a:pt x="919433" y="20558"/>
                  </a:lnTo>
                  <a:lnTo>
                    <a:pt x="975508" y="31609"/>
                  </a:lnTo>
                  <a:lnTo>
                    <a:pt x="1028714" y="44777"/>
                  </a:lnTo>
                  <a:lnTo>
                    <a:pt x="1078770" y="59939"/>
                  </a:lnTo>
                  <a:lnTo>
                    <a:pt x="1125395" y="76973"/>
                  </a:lnTo>
                  <a:lnTo>
                    <a:pt x="1168308" y="95755"/>
                  </a:lnTo>
                  <a:lnTo>
                    <a:pt x="1207226" y="116161"/>
                  </a:lnTo>
                  <a:lnTo>
                    <a:pt x="1241868" y="138068"/>
                  </a:lnTo>
                  <a:lnTo>
                    <a:pt x="1297200" y="185893"/>
                  </a:lnTo>
                  <a:lnTo>
                    <a:pt x="1332050" y="238243"/>
                  </a:lnTo>
                  <a:lnTo>
                    <a:pt x="1344168" y="294132"/>
                  </a:lnTo>
                  <a:lnTo>
                    <a:pt x="1341091" y="322457"/>
                  </a:lnTo>
                  <a:lnTo>
                    <a:pt x="1317326" y="376699"/>
                  </a:lnTo>
                  <a:lnTo>
                    <a:pt x="1271954" y="426910"/>
                  </a:lnTo>
                  <a:lnTo>
                    <a:pt x="1207226" y="472102"/>
                  </a:lnTo>
                  <a:lnTo>
                    <a:pt x="1168308" y="492508"/>
                  </a:lnTo>
                  <a:lnTo>
                    <a:pt x="1125395" y="511290"/>
                  </a:lnTo>
                  <a:lnTo>
                    <a:pt x="1078770" y="528324"/>
                  </a:lnTo>
                  <a:lnTo>
                    <a:pt x="1028714" y="543486"/>
                  </a:lnTo>
                  <a:lnTo>
                    <a:pt x="975508" y="556654"/>
                  </a:lnTo>
                  <a:lnTo>
                    <a:pt x="919433" y="567705"/>
                  </a:lnTo>
                  <a:lnTo>
                    <a:pt x="860772" y="576514"/>
                  </a:lnTo>
                  <a:lnTo>
                    <a:pt x="799806" y="582959"/>
                  </a:lnTo>
                  <a:lnTo>
                    <a:pt x="736816" y="586917"/>
                  </a:lnTo>
                  <a:lnTo>
                    <a:pt x="672083" y="588263"/>
                  </a:lnTo>
                  <a:lnTo>
                    <a:pt x="607351" y="586917"/>
                  </a:lnTo>
                  <a:lnTo>
                    <a:pt x="544361" y="582959"/>
                  </a:lnTo>
                  <a:lnTo>
                    <a:pt x="483395" y="576514"/>
                  </a:lnTo>
                  <a:lnTo>
                    <a:pt x="424734" y="567705"/>
                  </a:lnTo>
                  <a:lnTo>
                    <a:pt x="368659" y="556654"/>
                  </a:lnTo>
                  <a:lnTo>
                    <a:pt x="315453" y="543486"/>
                  </a:lnTo>
                  <a:lnTo>
                    <a:pt x="265397" y="528324"/>
                  </a:lnTo>
                  <a:lnTo>
                    <a:pt x="218772" y="511290"/>
                  </a:lnTo>
                  <a:lnTo>
                    <a:pt x="175859" y="492508"/>
                  </a:lnTo>
                  <a:lnTo>
                    <a:pt x="136941" y="472102"/>
                  </a:lnTo>
                  <a:lnTo>
                    <a:pt x="102299" y="450195"/>
                  </a:lnTo>
                  <a:lnTo>
                    <a:pt x="46967" y="402370"/>
                  </a:lnTo>
                  <a:lnTo>
                    <a:pt x="12117" y="350020"/>
                  </a:lnTo>
                  <a:lnTo>
                    <a:pt x="0" y="294132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400" y="1981199"/>
              <a:ext cx="588264" cy="58826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629400" y="1981199"/>
              <a:ext cx="588645" cy="588645"/>
            </a:xfrm>
            <a:custGeom>
              <a:avLst/>
              <a:gdLst/>
              <a:ahLst/>
              <a:cxnLst/>
              <a:rect l="l" t="t" r="r" b="b"/>
              <a:pathLst>
                <a:path w="588645" h="588644">
                  <a:moveTo>
                    <a:pt x="0" y="294132"/>
                  </a:moveTo>
                  <a:lnTo>
                    <a:pt x="3850" y="246425"/>
                  </a:lnTo>
                  <a:lnTo>
                    <a:pt x="14996" y="201167"/>
                  </a:lnTo>
                  <a:lnTo>
                    <a:pt x="32832" y="158966"/>
                  </a:lnTo>
                  <a:lnTo>
                    <a:pt x="56753" y="120426"/>
                  </a:lnTo>
                  <a:lnTo>
                    <a:pt x="86153" y="86153"/>
                  </a:lnTo>
                  <a:lnTo>
                    <a:pt x="120426" y="56753"/>
                  </a:lnTo>
                  <a:lnTo>
                    <a:pt x="158966" y="32832"/>
                  </a:lnTo>
                  <a:lnTo>
                    <a:pt x="201167" y="14996"/>
                  </a:lnTo>
                  <a:lnTo>
                    <a:pt x="246425" y="3850"/>
                  </a:lnTo>
                  <a:lnTo>
                    <a:pt x="294131" y="0"/>
                  </a:lnTo>
                  <a:lnTo>
                    <a:pt x="341838" y="3850"/>
                  </a:lnTo>
                  <a:lnTo>
                    <a:pt x="387095" y="14996"/>
                  </a:lnTo>
                  <a:lnTo>
                    <a:pt x="429297" y="32832"/>
                  </a:lnTo>
                  <a:lnTo>
                    <a:pt x="467837" y="56753"/>
                  </a:lnTo>
                  <a:lnTo>
                    <a:pt x="502110" y="86153"/>
                  </a:lnTo>
                  <a:lnTo>
                    <a:pt x="531510" y="120426"/>
                  </a:lnTo>
                  <a:lnTo>
                    <a:pt x="555431" y="158966"/>
                  </a:lnTo>
                  <a:lnTo>
                    <a:pt x="573267" y="201168"/>
                  </a:lnTo>
                  <a:lnTo>
                    <a:pt x="584413" y="246425"/>
                  </a:lnTo>
                  <a:lnTo>
                    <a:pt x="588264" y="294132"/>
                  </a:lnTo>
                  <a:lnTo>
                    <a:pt x="584413" y="341838"/>
                  </a:lnTo>
                  <a:lnTo>
                    <a:pt x="573267" y="387096"/>
                  </a:lnTo>
                  <a:lnTo>
                    <a:pt x="555431" y="429297"/>
                  </a:lnTo>
                  <a:lnTo>
                    <a:pt x="531510" y="467837"/>
                  </a:lnTo>
                  <a:lnTo>
                    <a:pt x="502110" y="502110"/>
                  </a:lnTo>
                  <a:lnTo>
                    <a:pt x="467837" y="531510"/>
                  </a:lnTo>
                  <a:lnTo>
                    <a:pt x="429297" y="555431"/>
                  </a:lnTo>
                  <a:lnTo>
                    <a:pt x="387096" y="573267"/>
                  </a:lnTo>
                  <a:lnTo>
                    <a:pt x="341838" y="584413"/>
                  </a:lnTo>
                  <a:lnTo>
                    <a:pt x="294131" y="588263"/>
                  </a:lnTo>
                  <a:lnTo>
                    <a:pt x="246425" y="584413"/>
                  </a:lnTo>
                  <a:lnTo>
                    <a:pt x="201168" y="573267"/>
                  </a:lnTo>
                  <a:lnTo>
                    <a:pt x="158966" y="555431"/>
                  </a:lnTo>
                  <a:lnTo>
                    <a:pt x="120426" y="531510"/>
                  </a:lnTo>
                  <a:lnTo>
                    <a:pt x="86153" y="502110"/>
                  </a:lnTo>
                  <a:lnTo>
                    <a:pt x="56753" y="467837"/>
                  </a:lnTo>
                  <a:lnTo>
                    <a:pt x="32832" y="429297"/>
                  </a:lnTo>
                  <a:lnTo>
                    <a:pt x="14996" y="387095"/>
                  </a:lnTo>
                  <a:lnTo>
                    <a:pt x="3850" y="341838"/>
                  </a:lnTo>
                  <a:lnTo>
                    <a:pt x="0" y="294132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77228" y="2281427"/>
              <a:ext cx="176784" cy="176784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1519237" y="2723388"/>
            <a:ext cx="6154420" cy="2899410"/>
            <a:chOff x="1519237" y="2723388"/>
            <a:chExt cx="6154420" cy="2899410"/>
          </a:xfrm>
        </p:grpSpPr>
        <p:sp>
          <p:nvSpPr>
            <p:cNvPr id="28" name="object 28"/>
            <p:cNvSpPr/>
            <p:nvPr/>
          </p:nvSpPr>
          <p:spPr>
            <a:xfrm>
              <a:off x="2880994" y="3022981"/>
              <a:ext cx="427990" cy="267335"/>
            </a:xfrm>
            <a:custGeom>
              <a:avLst/>
              <a:gdLst/>
              <a:ahLst/>
              <a:cxnLst/>
              <a:rect l="l" t="t" r="r" b="b"/>
              <a:pathLst>
                <a:path w="427989" h="267335">
                  <a:moveTo>
                    <a:pt x="263095" y="204438"/>
                  </a:moveTo>
                  <a:lnTo>
                    <a:pt x="233806" y="254381"/>
                  </a:lnTo>
                  <a:lnTo>
                    <a:pt x="427608" y="267335"/>
                  </a:lnTo>
                  <a:lnTo>
                    <a:pt x="396213" y="219075"/>
                  </a:lnTo>
                  <a:lnTo>
                    <a:pt x="288036" y="219075"/>
                  </a:lnTo>
                  <a:lnTo>
                    <a:pt x="263095" y="204438"/>
                  </a:lnTo>
                  <a:close/>
                </a:path>
                <a:path w="427989" h="267335">
                  <a:moveTo>
                    <a:pt x="292435" y="154408"/>
                  </a:moveTo>
                  <a:lnTo>
                    <a:pt x="263095" y="204438"/>
                  </a:lnTo>
                  <a:lnTo>
                    <a:pt x="288036" y="219075"/>
                  </a:lnTo>
                  <a:lnTo>
                    <a:pt x="317373" y="169037"/>
                  </a:lnTo>
                  <a:lnTo>
                    <a:pt x="292435" y="154408"/>
                  </a:lnTo>
                  <a:close/>
                </a:path>
                <a:path w="427989" h="267335">
                  <a:moveTo>
                    <a:pt x="321691" y="104521"/>
                  </a:moveTo>
                  <a:lnTo>
                    <a:pt x="292435" y="154408"/>
                  </a:lnTo>
                  <a:lnTo>
                    <a:pt x="317373" y="169037"/>
                  </a:lnTo>
                  <a:lnTo>
                    <a:pt x="288036" y="219075"/>
                  </a:lnTo>
                  <a:lnTo>
                    <a:pt x="396213" y="219075"/>
                  </a:lnTo>
                  <a:lnTo>
                    <a:pt x="321691" y="104521"/>
                  </a:lnTo>
                  <a:close/>
                </a:path>
                <a:path w="427989" h="267335">
                  <a:moveTo>
                    <a:pt x="29210" y="0"/>
                  </a:moveTo>
                  <a:lnTo>
                    <a:pt x="0" y="50038"/>
                  </a:lnTo>
                  <a:lnTo>
                    <a:pt x="263095" y="204438"/>
                  </a:lnTo>
                  <a:lnTo>
                    <a:pt x="292435" y="154408"/>
                  </a:lnTo>
                  <a:lnTo>
                    <a:pt x="29210" y="0"/>
                  </a:lnTo>
                  <a:close/>
                </a:path>
              </a:pathLst>
            </a:custGeom>
            <a:solidFill>
              <a:srgbClr val="EB9F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24000" y="4800600"/>
              <a:ext cx="1310639" cy="6096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524000" y="4800600"/>
              <a:ext cx="1310640" cy="609600"/>
            </a:xfrm>
            <a:custGeom>
              <a:avLst/>
              <a:gdLst/>
              <a:ahLst/>
              <a:cxnLst/>
              <a:rect l="l" t="t" r="r" b="b"/>
              <a:pathLst>
                <a:path w="1310639" h="609600">
                  <a:moveTo>
                    <a:pt x="0" y="304800"/>
                  </a:moveTo>
                  <a:lnTo>
                    <a:pt x="11815" y="246897"/>
                  </a:lnTo>
                  <a:lnTo>
                    <a:pt x="45797" y="192655"/>
                  </a:lnTo>
                  <a:lnTo>
                    <a:pt x="99750" y="143097"/>
                  </a:lnTo>
                  <a:lnTo>
                    <a:pt x="133529" y="120395"/>
                  </a:lnTo>
                  <a:lnTo>
                    <a:pt x="171477" y="99247"/>
                  </a:lnTo>
                  <a:lnTo>
                    <a:pt x="213319" y="79782"/>
                  </a:lnTo>
                  <a:lnTo>
                    <a:pt x="258782" y="62128"/>
                  </a:lnTo>
                  <a:lnTo>
                    <a:pt x="307590" y="46413"/>
                  </a:lnTo>
                  <a:lnTo>
                    <a:pt x="359469" y="32764"/>
                  </a:lnTo>
                  <a:lnTo>
                    <a:pt x="414144" y="21310"/>
                  </a:lnTo>
                  <a:lnTo>
                    <a:pt x="471341" y="12179"/>
                  </a:lnTo>
                  <a:lnTo>
                    <a:pt x="530786" y="5498"/>
                  </a:lnTo>
                  <a:lnTo>
                    <a:pt x="592204" y="1395"/>
                  </a:lnTo>
                  <a:lnTo>
                    <a:pt x="655319" y="0"/>
                  </a:lnTo>
                  <a:lnTo>
                    <a:pt x="718435" y="1395"/>
                  </a:lnTo>
                  <a:lnTo>
                    <a:pt x="779853" y="5498"/>
                  </a:lnTo>
                  <a:lnTo>
                    <a:pt x="839298" y="12179"/>
                  </a:lnTo>
                  <a:lnTo>
                    <a:pt x="896495" y="21310"/>
                  </a:lnTo>
                  <a:lnTo>
                    <a:pt x="951170" y="32764"/>
                  </a:lnTo>
                  <a:lnTo>
                    <a:pt x="1003049" y="46413"/>
                  </a:lnTo>
                  <a:lnTo>
                    <a:pt x="1051857" y="62128"/>
                  </a:lnTo>
                  <a:lnTo>
                    <a:pt x="1097320" y="79782"/>
                  </a:lnTo>
                  <a:lnTo>
                    <a:pt x="1139162" y="99247"/>
                  </a:lnTo>
                  <a:lnTo>
                    <a:pt x="1177110" y="120395"/>
                  </a:lnTo>
                  <a:lnTo>
                    <a:pt x="1210889" y="143097"/>
                  </a:lnTo>
                  <a:lnTo>
                    <a:pt x="1264842" y="192655"/>
                  </a:lnTo>
                  <a:lnTo>
                    <a:pt x="1298824" y="246897"/>
                  </a:lnTo>
                  <a:lnTo>
                    <a:pt x="1310639" y="304800"/>
                  </a:lnTo>
                  <a:lnTo>
                    <a:pt x="1307640" y="334144"/>
                  </a:lnTo>
                  <a:lnTo>
                    <a:pt x="1284467" y="390344"/>
                  </a:lnTo>
                  <a:lnTo>
                    <a:pt x="1240225" y="442372"/>
                  </a:lnTo>
                  <a:lnTo>
                    <a:pt x="1177110" y="489204"/>
                  </a:lnTo>
                  <a:lnTo>
                    <a:pt x="1139162" y="510352"/>
                  </a:lnTo>
                  <a:lnTo>
                    <a:pt x="1097320" y="529817"/>
                  </a:lnTo>
                  <a:lnTo>
                    <a:pt x="1051857" y="547471"/>
                  </a:lnTo>
                  <a:lnTo>
                    <a:pt x="1003049" y="563186"/>
                  </a:lnTo>
                  <a:lnTo>
                    <a:pt x="951170" y="576835"/>
                  </a:lnTo>
                  <a:lnTo>
                    <a:pt x="896495" y="588289"/>
                  </a:lnTo>
                  <a:lnTo>
                    <a:pt x="839298" y="597420"/>
                  </a:lnTo>
                  <a:lnTo>
                    <a:pt x="779853" y="604101"/>
                  </a:lnTo>
                  <a:lnTo>
                    <a:pt x="718435" y="608204"/>
                  </a:lnTo>
                  <a:lnTo>
                    <a:pt x="655319" y="609600"/>
                  </a:lnTo>
                  <a:lnTo>
                    <a:pt x="592204" y="608204"/>
                  </a:lnTo>
                  <a:lnTo>
                    <a:pt x="530786" y="604101"/>
                  </a:lnTo>
                  <a:lnTo>
                    <a:pt x="471341" y="597420"/>
                  </a:lnTo>
                  <a:lnTo>
                    <a:pt x="414144" y="588289"/>
                  </a:lnTo>
                  <a:lnTo>
                    <a:pt x="359469" y="576835"/>
                  </a:lnTo>
                  <a:lnTo>
                    <a:pt x="307590" y="563186"/>
                  </a:lnTo>
                  <a:lnTo>
                    <a:pt x="258782" y="547471"/>
                  </a:lnTo>
                  <a:lnTo>
                    <a:pt x="213319" y="529817"/>
                  </a:lnTo>
                  <a:lnTo>
                    <a:pt x="171477" y="510352"/>
                  </a:lnTo>
                  <a:lnTo>
                    <a:pt x="133529" y="489204"/>
                  </a:lnTo>
                  <a:lnTo>
                    <a:pt x="99750" y="466502"/>
                  </a:lnTo>
                  <a:lnTo>
                    <a:pt x="45797" y="416944"/>
                  </a:lnTo>
                  <a:lnTo>
                    <a:pt x="11815" y="362702"/>
                  </a:lnTo>
                  <a:lnTo>
                    <a:pt x="0" y="304800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0" y="4800600"/>
              <a:ext cx="588263" cy="58826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905000" y="4800600"/>
              <a:ext cx="588645" cy="588645"/>
            </a:xfrm>
            <a:custGeom>
              <a:avLst/>
              <a:gdLst/>
              <a:ahLst/>
              <a:cxnLst/>
              <a:rect l="l" t="t" r="r" b="b"/>
              <a:pathLst>
                <a:path w="588644" h="588645">
                  <a:moveTo>
                    <a:pt x="0" y="294131"/>
                  </a:moveTo>
                  <a:lnTo>
                    <a:pt x="3850" y="246425"/>
                  </a:lnTo>
                  <a:lnTo>
                    <a:pt x="14996" y="201168"/>
                  </a:lnTo>
                  <a:lnTo>
                    <a:pt x="32832" y="158966"/>
                  </a:lnTo>
                  <a:lnTo>
                    <a:pt x="56753" y="120426"/>
                  </a:lnTo>
                  <a:lnTo>
                    <a:pt x="86153" y="86153"/>
                  </a:lnTo>
                  <a:lnTo>
                    <a:pt x="120426" y="56753"/>
                  </a:lnTo>
                  <a:lnTo>
                    <a:pt x="158966" y="32832"/>
                  </a:lnTo>
                  <a:lnTo>
                    <a:pt x="201167" y="14996"/>
                  </a:lnTo>
                  <a:lnTo>
                    <a:pt x="246425" y="3850"/>
                  </a:lnTo>
                  <a:lnTo>
                    <a:pt x="294131" y="0"/>
                  </a:lnTo>
                  <a:lnTo>
                    <a:pt x="341838" y="3850"/>
                  </a:lnTo>
                  <a:lnTo>
                    <a:pt x="387095" y="14996"/>
                  </a:lnTo>
                  <a:lnTo>
                    <a:pt x="429297" y="32832"/>
                  </a:lnTo>
                  <a:lnTo>
                    <a:pt x="467837" y="56753"/>
                  </a:lnTo>
                  <a:lnTo>
                    <a:pt x="502110" y="86153"/>
                  </a:lnTo>
                  <a:lnTo>
                    <a:pt x="531510" y="120426"/>
                  </a:lnTo>
                  <a:lnTo>
                    <a:pt x="555431" y="158966"/>
                  </a:lnTo>
                  <a:lnTo>
                    <a:pt x="573267" y="201167"/>
                  </a:lnTo>
                  <a:lnTo>
                    <a:pt x="584413" y="246425"/>
                  </a:lnTo>
                  <a:lnTo>
                    <a:pt x="588263" y="294131"/>
                  </a:lnTo>
                  <a:lnTo>
                    <a:pt x="584413" y="341838"/>
                  </a:lnTo>
                  <a:lnTo>
                    <a:pt x="573267" y="387095"/>
                  </a:lnTo>
                  <a:lnTo>
                    <a:pt x="555431" y="429297"/>
                  </a:lnTo>
                  <a:lnTo>
                    <a:pt x="531510" y="467837"/>
                  </a:lnTo>
                  <a:lnTo>
                    <a:pt x="502110" y="502110"/>
                  </a:lnTo>
                  <a:lnTo>
                    <a:pt x="467837" y="531510"/>
                  </a:lnTo>
                  <a:lnTo>
                    <a:pt x="429297" y="555431"/>
                  </a:lnTo>
                  <a:lnTo>
                    <a:pt x="387096" y="573267"/>
                  </a:lnTo>
                  <a:lnTo>
                    <a:pt x="341838" y="584413"/>
                  </a:lnTo>
                  <a:lnTo>
                    <a:pt x="294131" y="588263"/>
                  </a:lnTo>
                  <a:lnTo>
                    <a:pt x="246425" y="584413"/>
                  </a:lnTo>
                  <a:lnTo>
                    <a:pt x="201168" y="573267"/>
                  </a:lnTo>
                  <a:lnTo>
                    <a:pt x="158966" y="555431"/>
                  </a:lnTo>
                  <a:lnTo>
                    <a:pt x="120426" y="531510"/>
                  </a:lnTo>
                  <a:lnTo>
                    <a:pt x="86153" y="502110"/>
                  </a:lnTo>
                  <a:lnTo>
                    <a:pt x="56753" y="467837"/>
                  </a:lnTo>
                  <a:lnTo>
                    <a:pt x="32832" y="429297"/>
                  </a:lnTo>
                  <a:lnTo>
                    <a:pt x="14996" y="387095"/>
                  </a:lnTo>
                  <a:lnTo>
                    <a:pt x="3850" y="341838"/>
                  </a:lnTo>
                  <a:lnTo>
                    <a:pt x="0" y="294131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05227" y="4948427"/>
              <a:ext cx="176784" cy="17678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24600" y="5029200"/>
              <a:ext cx="1344168" cy="58826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324600" y="5029200"/>
              <a:ext cx="1344295" cy="588645"/>
            </a:xfrm>
            <a:custGeom>
              <a:avLst/>
              <a:gdLst/>
              <a:ahLst/>
              <a:cxnLst/>
              <a:rect l="l" t="t" r="r" b="b"/>
              <a:pathLst>
                <a:path w="1344295" h="588645">
                  <a:moveTo>
                    <a:pt x="0" y="294131"/>
                  </a:moveTo>
                  <a:lnTo>
                    <a:pt x="12117" y="238243"/>
                  </a:lnTo>
                  <a:lnTo>
                    <a:pt x="46967" y="185893"/>
                  </a:lnTo>
                  <a:lnTo>
                    <a:pt x="102299" y="138068"/>
                  </a:lnTo>
                  <a:lnTo>
                    <a:pt x="136941" y="116161"/>
                  </a:lnTo>
                  <a:lnTo>
                    <a:pt x="175859" y="95755"/>
                  </a:lnTo>
                  <a:lnTo>
                    <a:pt x="218772" y="76973"/>
                  </a:lnTo>
                  <a:lnTo>
                    <a:pt x="265397" y="59939"/>
                  </a:lnTo>
                  <a:lnTo>
                    <a:pt x="315453" y="44777"/>
                  </a:lnTo>
                  <a:lnTo>
                    <a:pt x="368659" y="31609"/>
                  </a:lnTo>
                  <a:lnTo>
                    <a:pt x="424734" y="20558"/>
                  </a:lnTo>
                  <a:lnTo>
                    <a:pt x="483395" y="11749"/>
                  </a:lnTo>
                  <a:lnTo>
                    <a:pt x="544361" y="5304"/>
                  </a:lnTo>
                  <a:lnTo>
                    <a:pt x="607351" y="1346"/>
                  </a:lnTo>
                  <a:lnTo>
                    <a:pt x="672083" y="0"/>
                  </a:lnTo>
                  <a:lnTo>
                    <a:pt x="736816" y="1346"/>
                  </a:lnTo>
                  <a:lnTo>
                    <a:pt x="799806" y="5304"/>
                  </a:lnTo>
                  <a:lnTo>
                    <a:pt x="860772" y="11749"/>
                  </a:lnTo>
                  <a:lnTo>
                    <a:pt x="919433" y="20558"/>
                  </a:lnTo>
                  <a:lnTo>
                    <a:pt x="975508" y="31609"/>
                  </a:lnTo>
                  <a:lnTo>
                    <a:pt x="1028714" y="44777"/>
                  </a:lnTo>
                  <a:lnTo>
                    <a:pt x="1078770" y="59939"/>
                  </a:lnTo>
                  <a:lnTo>
                    <a:pt x="1125395" y="76973"/>
                  </a:lnTo>
                  <a:lnTo>
                    <a:pt x="1168308" y="95755"/>
                  </a:lnTo>
                  <a:lnTo>
                    <a:pt x="1207226" y="116161"/>
                  </a:lnTo>
                  <a:lnTo>
                    <a:pt x="1241868" y="138068"/>
                  </a:lnTo>
                  <a:lnTo>
                    <a:pt x="1297200" y="185893"/>
                  </a:lnTo>
                  <a:lnTo>
                    <a:pt x="1332050" y="238243"/>
                  </a:lnTo>
                  <a:lnTo>
                    <a:pt x="1344168" y="294131"/>
                  </a:lnTo>
                  <a:lnTo>
                    <a:pt x="1341091" y="322457"/>
                  </a:lnTo>
                  <a:lnTo>
                    <a:pt x="1317326" y="376699"/>
                  </a:lnTo>
                  <a:lnTo>
                    <a:pt x="1271954" y="426910"/>
                  </a:lnTo>
                  <a:lnTo>
                    <a:pt x="1207226" y="472102"/>
                  </a:lnTo>
                  <a:lnTo>
                    <a:pt x="1168308" y="492508"/>
                  </a:lnTo>
                  <a:lnTo>
                    <a:pt x="1125395" y="511290"/>
                  </a:lnTo>
                  <a:lnTo>
                    <a:pt x="1078770" y="528324"/>
                  </a:lnTo>
                  <a:lnTo>
                    <a:pt x="1028714" y="543486"/>
                  </a:lnTo>
                  <a:lnTo>
                    <a:pt x="975508" y="556654"/>
                  </a:lnTo>
                  <a:lnTo>
                    <a:pt x="919433" y="567705"/>
                  </a:lnTo>
                  <a:lnTo>
                    <a:pt x="860772" y="576514"/>
                  </a:lnTo>
                  <a:lnTo>
                    <a:pt x="799806" y="582959"/>
                  </a:lnTo>
                  <a:lnTo>
                    <a:pt x="736816" y="586917"/>
                  </a:lnTo>
                  <a:lnTo>
                    <a:pt x="672083" y="588263"/>
                  </a:lnTo>
                  <a:lnTo>
                    <a:pt x="607351" y="586917"/>
                  </a:lnTo>
                  <a:lnTo>
                    <a:pt x="544361" y="582959"/>
                  </a:lnTo>
                  <a:lnTo>
                    <a:pt x="483395" y="576514"/>
                  </a:lnTo>
                  <a:lnTo>
                    <a:pt x="424734" y="567705"/>
                  </a:lnTo>
                  <a:lnTo>
                    <a:pt x="368659" y="556654"/>
                  </a:lnTo>
                  <a:lnTo>
                    <a:pt x="315453" y="543486"/>
                  </a:lnTo>
                  <a:lnTo>
                    <a:pt x="265397" y="528324"/>
                  </a:lnTo>
                  <a:lnTo>
                    <a:pt x="218772" y="511290"/>
                  </a:lnTo>
                  <a:lnTo>
                    <a:pt x="175859" y="492508"/>
                  </a:lnTo>
                  <a:lnTo>
                    <a:pt x="136941" y="472102"/>
                  </a:lnTo>
                  <a:lnTo>
                    <a:pt x="102299" y="450195"/>
                  </a:lnTo>
                  <a:lnTo>
                    <a:pt x="46967" y="402370"/>
                  </a:lnTo>
                  <a:lnTo>
                    <a:pt x="12117" y="350020"/>
                  </a:lnTo>
                  <a:lnTo>
                    <a:pt x="0" y="294131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5600" y="5029200"/>
              <a:ext cx="588264" cy="58826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705600" y="5029200"/>
              <a:ext cx="588645" cy="588645"/>
            </a:xfrm>
            <a:custGeom>
              <a:avLst/>
              <a:gdLst/>
              <a:ahLst/>
              <a:cxnLst/>
              <a:rect l="l" t="t" r="r" b="b"/>
              <a:pathLst>
                <a:path w="588645" h="588645">
                  <a:moveTo>
                    <a:pt x="0" y="294131"/>
                  </a:moveTo>
                  <a:lnTo>
                    <a:pt x="3850" y="246425"/>
                  </a:lnTo>
                  <a:lnTo>
                    <a:pt x="14996" y="201168"/>
                  </a:lnTo>
                  <a:lnTo>
                    <a:pt x="32832" y="158966"/>
                  </a:lnTo>
                  <a:lnTo>
                    <a:pt x="56753" y="120426"/>
                  </a:lnTo>
                  <a:lnTo>
                    <a:pt x="86153" y="86153"/>
                  </a:lnTo>
                  <a:lnTo>
                    <a:pt x="120426" y="56753"/>
                  </a:lnTo>
                  <a:lnTo>
                    <a:pt x="158966" y="32832"/>
                  </a:lnTo>
                  <a:lnTo>
                    <a:pt x="201167" y="14996"/>
                  </a:lnTo>
                  <a:lnTo>
                    <a:pt x="246425" y="3850"/>
                  </a:lnTo>
                  <a:lnTo>
                    <a:pt x="294131" y="0"/>
                  </a:lnTo>
                  <a:lnTo>
                    <a:pt x="341838" y="3850"/>
                  </a:lnTo>
                  <a:lnTo>
                    <a:pt x="387095" y="14996"/>
                  </a:lnTo>
                  <a:lnTo>
                    <a:pt x="429297" y="32832"/>
                  </a:lnTo>
                  <a:lnTo>
                    <a:pt x="467837" y="56753"/>
                  </a:lnTo>
                  <a:lnTo>
                    <a:pt x="502110" y="86153"/>
                  </a:lnTo>
                  <a:lnTo>
                    <a:pt x="531510" y="120426"/>
                  </a:lnTo>
                  <a:lnTo>
                    <a:pt x="555431" y="158966"/>
                  </a:lnTo>
                  <a:lnTo>
                    <a:pt x="573267" y="201167"/>
                  </a:lnTo>
                  <a:lnTo>
                    <a:pt x="584413" y="246425"/>
                  </a:lnTo>
                  <a:lnTo>
                    <a:pt x="588264" y="294131"/>
                  </a:lnTo>
                  <a:lnTo>
                    <a:pt x="584413" y="341838"/>
                  </a:lnTo>
                  <a:lnTo>
                    <a:pt x="573267" y="387096"/>
                  </a:lnTo>
                  <a:lnTo>
                    <a:pt x="555431" y="429297"/>
                  </a:lnTo>
                  <a:lnTo>
                    <a:pt x="531510" y="467837"/>
                  </a:lnTo>
                  <a:lnTo>
                    <a:pt x="502110" y="502110"/>
                  </a:lnTo>
                  <a:lnTo>
                    <a:pt x="467837" y="531510"/>
                  </a:lnTo>
                  <a:lnTo>
                    <a:pt x="429297" y="555431"/>
                  </a:lnTo>
                  <a:lnTo>
                    <a:pt x="387096" y="573267"/>
                  </a:lnTo>
                  <a:lnTo>
                    <a:pt x="341838" y="584413"/>
                  </a:lnTo>
                  <a:lnTo>
                    <a:pt x="294131" y="588263"/>
                  </a:lnTo>
                  <a:lnTo>
                    <a:pt x="246425" y="584413"/>
                  </a:lnTo>
                  <a:lnTo>
                    <a:pt x="201168" y="573267"/>
                  </a:lnTo>
                  <a:lnTo>
                    <a:pt x="158966" y="555431"/>
                  </a:lnTo>
                  <a:lnTo>
                    <a:pt x="120426" y="531510"/>
                  </a:lnTo>
                  <a:lnTo>
                    <a:pt x="86153" y="502110"/>
                  </a:lnTo>
                  <a:lnTo>
                    <a:pt x="56753" y="467837"/>
                  </a:lnTo>
                  <a:lnTo>
                    <a:pt x="32832" y="429297"/>
                  </a:lnTo>
                  <a:lnTo>
                    <a:pt x="14996" y="387095"/>
                  </a:lnTo>
                  <a:lnTo>
                    <a:pt x="3850" y="341838"/>
                  </a:lnTo>
                  <a:lnTo>
                    <a:pt x="0" y="294131"/>
                  </a:lnTo>
                  <a:close/>
                </a:path>
              </a:pathLst>
            </a:custGeom>
            <a:ln w="9144">
              <a:solidFill>
                <a:srgbClr val="401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77228" y="5177027"/>
              <a:ext cx="176784" cy="176784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801493" y="2723387"/>
              <a:ext cx="3696970" cy="2285365"/>
            </a:xfrm>
            <a:custGeom>
              <a:avLst/>
              <a:gdLst/>
              <a:ahLst/>
              <a:cxnLst/>
              <a:rect l="l" t="t" r="r" b="b"/>
              <a:pathLst>
                <a:path w="3696970" h="2285365">
                  <a:moveTo>
                    <a:pt x="475107" y="1772412"/>
                  </a:moveTo>
                  <a:lnTo>
                    <a:pt x="284734" y="1811147"/>
                  </a:lnTo>
                  <a:lnTo>
                    <a:pt x="320497" y="1856803"/>
                  </a:lnTo>
                  <a:lnTo>
                    <a:pt x="0" y="2107819"/>
                  </a:lnTo>
                  <a:lnTo>
                    <a:pt x="35814" y="2153285"/>
                  </a:lnTo>
                  <a:lnTo>
                    <a:pt x="356158" y="1902294"/>
                  </a:lnTo>
                  <a:lnTo>
                    <a:pt x="391922" y="1947926"/>
                  </a:lnTo>
                  <a:lnTo>
                    <a:pt x="443560" y="1838960"/>
                  </a:lnTo>
                  <a:lnTo>
                    <a:pt x="475107" y="1772412"/>
                  </a:lnTo>
                  <a:close/>
                </a:path>
                <a:path w="3696970" h="2285365">
                  <a:moveTo>
                    <a:pt x="3502406" y="2244217"/>
                  </a:moveTo>
                  <a:lnTo>
                    <a:pt x="3285426" y="2027237"/>
                  </a:lnTo>
                  <a:lnTo>
                    <a:pt x="3305937" y="2006727"/>
                  </a:lnTo>
                  <a:lnTo>
                    <a:pt x="3326384" y="1986280"/>
                  </a:lnTo>
                  <a:lnTo>
                    <a:pt x="3142107" y="1924812"/>
                  </a:lnTo>
                  <a:lnTo>
                    <a:pt x="3203575" y="2109089"/>
                  </a:lnTo>
                  <a:lnTo>
                    <a:pt x="3244532" y="2068131"/>
                  </a:lnTo>
                  <a:lnTo>
                    <a:pt x="3461512" y="2285111"/>
                  </a:lnTo>
                  <a:lnTo>
                    <a:pt x="3502406" y="2244217"/>
                  </a:lnTo>
                  <a:close/>
                </a:path>
                <a:path w="3696970" h="2285365">
                  <a:moveTo>
                    <a:pt x="3696589" y="39624"/>
                  </a:moveTo>
                  <a:lnTo>
                    <a:pt x="3654425" y="0"/>
                  </a:lnTo>
                  <a:lnTo>
                    <a:pt x="3392360" y="278841"/>
                  </a:lnTo>
                  <a:lnTo>
                    <a:pt x="3350133" y="239141"/>
                  </a:lnTo>
                  <a:lnTo>
                    <a:pt x="3294507" y="425196"/>
                  </a:lnTo>
                  <a:lnTo>
                    <a:pt x="3476752" y="358140"/>
                  </a:lnTo>
                  <a:lnTo>
                    <a:pt x="3456876" y="339471"/>
                  </a:lnTo>
                  <a:lnTo>
                    <a:pt x="3434524" y="318465"/>
                  </a:lnTo>
                  <a:lnTo>
                    <a:pt x="3696589" y="39624"/>
                  </a:lnTo>
                  <a:close/>
                </a:path>
              </a:pathLst>
            </a:custGeom>
            <a:solidFill>
              <a:srgbClr val="EB9F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74065" y="924057"/>
            <a:ext cx="7593330" cy="12617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Multiple</a:t>
            </a:r>
            <a:r>
              <a:rPr sz="32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problem</a:t>
            </a:r>
            <a:r>
              <a:rPr sz="32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viewpoints</a:t>
            </a:r>
            <a:endParaRPr sz="3200">
              <a:latin typeface="Times New Roman"/>
              <a:cs typeface="Times New Roman"/>
            </a:endParaRPr>
          </a:p>
          <a:p>
            <a:pPr marL="4951730">
              <a:lnSpc>
                <a:spcPct val="100000"/>
              </a:lnSpc>
              <a:spcBef>
                <a:spcPts val="420"/>
              </a:spcBef>
            </a:pPr>
            <a:r>
              <a:rPr sz="2000" dirty="0">
                <a:solidFill>
                  <a:srgbClr val="401F00"/>
                </a:solidFill>
                <a:latin typeface="Arial MT"/>
                <a:cs typeface="Arial MT"/>
              </a:rPr>
              <a:t>Database</a:t>
            </a:r>
            <a:r>
              <a:rPr sz="2000" spc="-75" dirty="0">
                <a:solidFill>
                  <a:srgbClr val="401F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1F00"/>
                </a:solidFill>
                <a:latin typeface="Arial MT"/>
                <a:cs typeface="Arial MT"/>
              </a:rPr>
              <a:t>administrator</a:t>
            </a:r>
            <a:endParaRPr sz="2000">
              <a:latin typeface="Arial MT"/>
              <a:cs typeface="Arial MT"/>
            </a:endParaRPr>
          </a:p>
          <a:p>
            <a:pPr marL="1064895">
              <a:lnSpc>
                <a:spcPct val="100000"/>
              </a:lnSpc>
            </a:pPr>
            <a:r>
              <a:rPr sz="2000" spc="-10" dirty="0">
                <a:solidFill>
                  <a:srgbClr val="401F00"/>
                </a:solidFill>
                <a:latin typeface="Arial MT"/>
                <a:cs typeface="Arial MT"/>
              </a:rPr>
              <a:t>Customer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276600" y="2209800"/>
            <a:ext cx="2895600" cy="3886200"/>
            <a:chOff x="3276600" y="2209800"/>
            <a:chExt cx="2895600" cy="3886200"/>
          </a:xfrm>
        </p:grpSpPr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76600" y="2209800"/>
              <a:ext cx="2895600" cy="388620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665981" y="3812286"/>
              <a:ext cx="186055" cy="338455"/>
            </a:xfrm>
            <a:custGeom>
              <a:avLst/>
              <a:gdLst/>
              <a:ahLst/>
              <a:cxnLst/>
              <a:rect l="l" t="t" r="r" b="b"/>
              <a:pathLst>
                <a:path w="186054" h="338454">
                  <a:moveTo>
                    <a:pt x="92963" y="0"/>
                  </a:moveTo>
                  <a:lnTo>
                    <a:pt x="38075" y="32625"/>
                  </a:lnTo>
                  <a:lnTo>
                    <a:pt x="17946" y="69238"/>
                  </a:lnTo>
                  <a:lnTo>
                    <a:pt x="4742" y="115677"/>
                  </a:lnTo>
                  <a:lnTo>
                    <a:pt x="0" y="169163"/>
                  </a:lnTo>
                  <a:lnTo>
                    <a:pt x="4742" y="222650"/>
                  </a:lnTo>
                  <a:lnTo>
                    <a:pt x="17946" y="269089"/>
                  </a:lnTo>
                  <a:lnTo>
                    <a:pt x="38075" y="305702"/>
                  </a:lnTo>
                  <a:lnTo>
                    <a:pt x="63593" y="329708"/>
                  </a:lnTo>
                  <a:lnTo>
                    <a:pt x="92963" y="338327"/>
                  </a:lnTo>
                  <a:lnTo>
                    <a:pt x="122334" y="329708"/>
                  </a:lnTo>
                  <a:lnTo>
                    <a:pt x="147852" y="305702"/>
                  </a:lnTo>
                  <a:lnTo>
                    <a:pt x="167981" y="269089"/>
                  </a:lnTo>
                  <a:lnTo>
                    <a:pt x="181185" y="222650"/>
                  </a:lnTo>
                  <a:lnTo>
                    <a:pt x="185927" y="169163"/>
                  </a:lnTo>
                  <a:lnTo>
                    <a:pt x="181185" y="115677"/>
                  </a:lnTo>
                  <a:lnTo>
                    <a:pt x="167981" y="69238"/>
                  </a:lnTo>
                  <a:lnTo>
                    <a:pt x="147852" y="32625"/>
                  </a:lnTo>
                  <a:lnTo>
                    <a:pt x="122334" y="8619"/>
                  </a:lnTo>
                  <a:lnTo>
                    <a:pt x="929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665981" y="3812286"/>
              <a:ext cx="186055" cy="338455"/>
            </a:xfrm>
            <a:custGeom>
              <a:avLst/>
              <a:gdLst/>
              <a:ahLst/>
              <a:cxnLst/>
              <a:rect l="l" t="t" r="r" b="b"/>
              <a:pathLst>
                <a:path w="186054" h="338454">
                  <a:moveTo>
                    <a:pt x="0" y="169163"/>
                  </a:moveTo>
                  <a:lnTo>
                    <a:pt x="4742" y="115677"/>
                  </a:lnTo>
                  <a:lnTo>
                    <a:pt x="17946" y="69238"/>
                  </a:lnTo>
                  <a:lnTo>
                    <a:pt x="38075" y="32625"/>
                  </a:lnTo>
                  <a:lnTo>
                    <a:pt x="92963" y="0"/>
                  </a:lnTo>
                  <a:lnTo>
                    <a:pt x="122334" y="8619"/>
                  </a:lnTo>
                  <a:lnTo>
                    <a:pt x="147852" y="32625"/>
                  </a:lnTo>
                  <a:lnTo>
                    <a:pt x="167981" y="69238"/>
                  </a:lnTo>
                  <a:lnTo>
                    <a:pt x="181185" y="115677"/>
                  </a:lnTo>
                  <a:lnTo>
                    <a:pt x="185927" y="169163"/>
                  </a:lnTo>
                  <a:lnTo>
                    <a:pt x="181185" y="222650"/>
                  </a:lnTo>
                  <a:lnTo>
                    <a:pt x="167981" y="269089"/>
                  </a:lnTo>
                  <a:lnTo>
                    <a:pt x="147852" y="305702"/>
                  </a:lnTo>
                  <a:lnTo>
                    <a:pt x="122334" y="329708"/>
                  </a:lnTo>
                  <a:lnTo>
                    <a:pt x="92963" y="338327"/>
                  </a:lnTo>
                  <a:lnTo>
                    <a:pt x="63593" y="329708"/>
                  </a:lnTo>
                  <a:lnTo>
                    <a:pt x="38075" y="305702"/>
                  </a:lnTo>
                  <a:lnTo>
                    <a:pt x="17946" y="269089"/>
                  </a:lnTo>
                  <a:lnTo>
                    <a:pt x="4742" y="222650"/>
                  </a:lnTo>
                  <a:lnTo>
                    <a:pt x="0" y="16916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 descr="$PPTXTitle"/>
          <p:cNvSpPr txBox="1">
            <a:spLocks noGrp="1"/>
          </p:cNvSpPr>
          <p:nvPr>
            <p:ph type="title"/>
          </p:nvPr>
        </p:nvSpPr>
        <p:spPr>
          <a:xfrm>
            <a:off x="2774442" y="203657"/>
            <a:ext cx="35934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What</a:t>
            </a:r>
            <a:r>
              <a:rPr sz="3600" spc="-75" dirty="0"/>
              <a:t> </a:t>
            </a:r>
            <a:r>
              <a:rPr sz="3600" dirty="0"/>
              <a:t>you</a:t>
            </a:r>
            <a:r>
              <a:rPr sz="3600" spc="-75" dirty="0"/>
              <a:t> </a:t>
            </a:r>
            <a:r>
              <a:rPr sz="3600" dirty="0"/>
              <a:t>can</a:t>
            </a:r>
            <a:r>
              <a:rPr sz="3600" spc="-70" dirty="0"/>
              <a:t> </a:t>
            </a:r>
            <a:r>
              <a:rPr sz="3600" spc="-20" dirty="0"/>
              <a:t>see?</a:t>
            </a:r>
            <a:endParaRPr sz="3600"/>
          </a:p>
        </p:txBody>
      </p:sp>
      <p:sp>
        <p:nvSpPr>
          <p:cNvPr id="46" name="object 46"/>
          <p:cNvSpPr txBox="1"/>
          <p:nvPr/>
        </p:nvSpPr>
        <p:spPr>
          <a:xfrm>
            <a:off x="1679194" y="5460927"/>
            <a:ext cx="1030605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spc="-10" dirty="0">
                <a:solidFill>
                  <a:srgbClr val="401F00"/>
                </a:solidFill>
                <a:latin typeface="Arial MT"/>
                <a:cs typeface="Arial MT"/>
              </a:rPr>
              <a:t>Manager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480809" y="5689527"/>
            <a:ext cx="1144270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spc="-10" dirty="0">
                <a:solidFill>
                  <a:srgbClr val="401F00"/>
                </a:solidFill>
                <a:latin typeface="Arial MT"/>
                <a:cs typeface="Arial MT"/>
              </a:rPr>
              <a:t>Marketing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843264" y="6090867"/>
            <a:ext cx="17526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9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M 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50">
              <a:lnSpc>
                <a:spcPts val="1425"/>
              </a:lnSpc>
            </a:pPr>
            <a:fld id="{81D60167-4931-47E6-BA6A-407CBD079E47}" type="slidenum">
              <a:rPr spc="-50" dirty="0">
                <a:solidFill>
                  <a:srgbClr val="000000"/>
                </a:solidFill>
                <a:latin typeface="Arial MT"/>
                <a:cs typeface="Arial MT"/>
              </a:rPr>
              <a:t>6</a:t>
            </a:fld>
            <a:endParaRPr spc="-50" dirty="0">
              <a:solidFill>
                <a:srgbClr val="000000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3264" y="6053429"/>
            <a:ext cx="17526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 M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42" y="13004"/>
            <a:ext cx="780470" cy="70551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3039" rIns="0" bIns="0" rtlCol="0">
            <a:spAutoFit/>
          </a:bodyPr>
          <a:lstStyle/>
          <a:p>
            <a:pPr marL="753110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105" dirty="0"/>
              <a:t> </a:t>
            </a:r>
            <a:r>
              <a:rPr dirty="0"/>
              <a:t>is</a:t>
            </a:r>
            <a:r>
              <a:rPr spc="-100" dirty="0"/>
              <a:t> </a:t>
            </a:r>
            <a:r>
              <a:rPr dirty="0"/>
              <a:t>Data</a:t>
            </a:r>
            <a:r>
              <a:rPr spc="-100" dirty="0"/>
              <a:t> </a:t>
            </a:r>
            <a:r>
              <a:rPr spc="-10" dirty="0"/>
              <a:t>Preprocessing?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8" name="object 8"/>
          <p:cNvSpPr txBox="1"/>
          <p:nvPr/>
        </p:nvSpPr>
        <p:spPr>
          <a:xfrm>
            <a:off x="8843264" y="6517892"/>
            <a:ext cx="132715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9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b="1" dirty="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r>
              <a:rPr b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FF0000"/>
                </a:solidFill>
                <a:latin typeface="Arial"/>
                <a:cs typeface="Arial"/>
              </a:rPr>
              <a:t>Preprocessing</a:t>
            </a:r>
            <a:r>
              <a:rPr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spc="-80" dirty="0"/>
              <a:t> </a:t>
            </a:r>
            <a:r>
              <a:rPr dirty="0"/>
              <a:t>the</a:t>
            </a:r>
            <a:r>
              <a:rPr spc="-90" dirty="0"/>
              <a:t> </a:t>
            </a:r>
            <a:r>
              <a:rPr dirty="0"/>
              <a:t>process</a:t>
            </a:r>
            <a:r>
              <a:rPr spc="-8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cleaning</a:t>
            </a:r>
            <a:r>
              <a:rPr spc="-80" dirty="0"/>
              <a:t> </a:t>
            </a:r>
            <a:r>
              <a:rPr spc="-25" dirty="0"/>
              <a:t>and </a:t>
            </a:r>
            <a:r>
              <a:rPr dirty="0"/>
              <a:t>engineering</a:t>
            </a:r>
            <a:r>
              <a:rPr spc="-25" dirty="0"/>
              <a:t> </a:t>
            </a:r>
            <a:r>
              <a:rPr dirty="0"/>
              <a:t>data</a:t>
            </a:r>
            <a:r>
              <a:rPr spc="-5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way</a:t>
            </a:r>
            <a:r>
              <a:rPr spc="-40" dirty="0"/>
              <a:t> </a:t>
            </a:r>
            <a:r>
              <a:rPr dirty="0"/>
              <a:t>that</a:t>
            </a:r>
            <a:r>
              <a:rPr spc="-55" dirty="0"/>
              <a:t> </a:t>
            </a:r>
            <a:r>
              <a:rPr dirty="0"/>
              <a:t>it</a:t>
            </a:r>
            <a:r>
              <a:rPr spc="-50" dirty="0"/>
              <a:t> </a:t>
            </a:r>
            <a:r>
              <a:rPr dirty="0"/>
              <a:t>can</a:t>
            </a:r>
            <a:r>
              <a:rPr spc="-50" dirty="0"/>
              <a:t> </a:t>
            </a:r>
            <a:r>
              <a:rPr dirty="0"/>
              <a:t>be</a:t>
            </a:r>
            <a:r>
              <a:rPr spc="-45" dirty="0"/>
              <a:t> </a:t>
            </a:r>
            <a:r>
              <a:rPr dirty="0"/>
              <a:t>used</a:t>
            </a:r>
            <a:r>
              <a:rPr spc="-45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spc="-10" dirty="0"/>
              <a:t>input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several</a:t>
            </a:r>
            <a:r>
              <a:rPr spc="-70" dirty="0"/>
              <a:t> </a:t>
            </a:r>
            <a:r>
              <a:rPr dirty="0"/>
              <a:t>important</a:t>
            </a:r>
            <a:r>
              <a:rPr spc="-45" dirty="0"/>
              <a:t> </a:t>
            </a:r>
            <a:r>
              <a:rPr dirty="0"/>
              <a:t>data</a:t>
            </a:r>
            <a:r>
              <a:rPr spc="-70" dirty="0"/>
              <a:t> </a:t>
            </a:r>
            <a:r>
              <a:rPr dirty="0"/>
              <a:t>science</a:t>
            </a:r>
            <a:r>
              <a:rPr spc="-70" dirty="0"/>
              <a:t> </a:t>
            </a:r>
            <a:r>
              <a:rPr dirty="0"/>
              <a:t>tasks</a:t>
            </a:r>
            <a:r>
              <a:rPr spc="-85" dirty="0"/>
              <a:t> </a:t>
            </a:r>
            <a:r>
              <a:rPr dirty="0"/>
              <a:t>such</a:t>
            </a:r>
            <a:r>
              <a:rPr spc="-65" dirty="0"/>
              <a:t> </a:t>
            </a:r>
            <a:r>
              <a:rPr dirty="0"/>
              <a:t>as</a:t>
            </a:r>
            <a:r>
              <a:rPr spc="-25" dirty="0"/>
              <a:t> </a:t>
            </a:r>
            <a:r>
              <a:rPr spc="-20" dirty="0">
                <a:solidFill>
                  <a:srgbClr val="0000FF"/>
                </a:solidFill>
              </a:rPr>
              <a:t>data </a:t>
            </a:r>
            <a:r>
              <a:rPr dirty="0">
                <a:solidFill>
                  <a:srgbClr val="0000FF"/>
                </a:solidFill>
              </a:rPr>
              <a:t>visualization</a:t>
            </a:r>
            <a:r>
              <a:rPr dirty="0"/>
              <a:t>,</a:t>
            </a:r>
            <a:r>
              <a:rPr spc="-95" dirty="0"/>
              <a:t> </a:t>
            </a:r>
            <a:r>
              <a:rPr dirty="0">
                <a:solidFill>
                  <a:srgbClr val="FF0066"/>
                </a:solidFill>
              </a:rPr>
              <a:t>machine</a:t>
            </a:r>
            <a:r>
              <a:rPr spc="-75" dirty="0">
                <a:solidFill>
                  <a:srgbClr val="FF0066"/>
                </a:solidFill>
              </a:rPr>
              <a:t> </a:t>
            </a:r>
            <a:r>
              <a:rPr dirty="0">
                <a:solidFill>
                  <a:srgbClr val="FF0066"/>
                </a:solidFill>
              </a:rPr>
              <a:t>learning</a:t>
            </a:r>
            <a:r>
              <a:rPr dirty="0"/>
              <a:t>,</a:t>
            </a:r>
            <a:r>
              <a:rPr spc="-75" dirty="0"/>
              <a:t> </a:t>
            </a:r>
            <a:r>
              <a:rPr dirty="0">
                <a:solidFill>
                  <a:srgbClr val="0099CC"/>
                </a:solidFill>
              </a:rPr>
              <a:t>deep</a:t>
            </a:r>
            <a:r>
              <a:rPr spc="-85" dirty="0">
                <a:solidFill>
                  <a:srgbClr val="0099CC"/>
                </a:solidFill>
              </a:rPr>
              <a:t> </a:t>
            </a:r>
            <a:r>
              <a:rPr dirty="0">
                <a:solidFill>
                  <a:srgbClr val="0099CC"/>
                </a:solidFill>
              </a:rPr>
              <a:t>learning</a:t>
            </a:r>
            <a:r>
              <a:rPr dirty="0"/>
              <a:t>,</a:t>
            </a:r>
            <a:r>
              <a:rPr spc="-80" dirty="0"/>
              <a:t> </a:t>
            </a:r>
            <a:r>
              <a:rPr spc="-25" dirty="0"/>
              <a:t>and </a:t>
            </a:r>
            <a:r>
              <a:rPr dirty="0">
                <a:solidFill>
                  <a:srgbClr val="E36C09"/>
                </a:solidFill>
              </a:rPr>
              <a:t>data</a:t>
            </a:r>
            <a:r>
              <a:rPr spc="-55" dirty="0">
                <a:solidFill>
                  <a:srgbClr val="E36C09"/>
                </a:solidFill>
              </a:rPr>
              <a:t> </a:t>
            </a:r>
            <a:r>
              <a:rPr spc="-10" dirty="0">
                <a:solidFill>
                  <a:srgbClr val="E36C09"/>
                </a:solidFill>
              </a:rPr>
              <a:t>analytics</a:t>
            </a:r>
            <a:r>
              <a:rPr spc="-1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3264" y="6053429"/>
            <a:ext cx="17526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 M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42" y="13004"/>
            <a:ext cx="780470" cy="70551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5665" rIns="0" bIns="0" rtlCol="0">
            <a:spAutoFit/>
          </a:bodyPr>
          <a:lstStyle/>
          <a:p>
            <a:pPr marL="3332479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Contents</a:t>
            </a:r>
            <a:endParaRPr sz="32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8" name="object 8"/>
          <p:cNvSpPr txBox="1"/>
          <p:nvPr/>
        </p:nvSpPr>
        <p:spPr>
          <a:xfrm>
            <a:off x="8843264" y="6517892"/>
            <a:ext cx="132715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9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749" y="1718894"/>
            <a:ext cx="6767830" cy="3593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Why</a:t>
            </a:r>
            <a:r>
              <a:rPr sz="26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preprocess</a:t>
            </a:r>
            <a:r>
              <a:rPr sz="26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6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data?</a:t>
            </a:r>
            <a:endParaRPr sz="260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spcBef>
                <a:spcPts val="1875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solidFill>
                  <a:srgbClr val="7E7E7E"/>
                </a:solidFill>
                <a:latin typeface="Calibri"/>
                <a:cs typeface="Calibri"/>
              </a:rPr>
              <a:t>Data</a:t>
            </a:r>
            <a:r>
              <a:rPr sz="2600" spc="-10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E7E7E"/>
                </a:solidFill>
                <a:latin typeface="Calibri"/>
                <a:cs typeface="Calibri"/>
              </a:rPr>
              <a:t>cleaning</a:t>
            </a:r>
            <a:endParaRPr sz="260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spcBef>
                <a:spcPts val="187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solidFill>
                  <a:srgbClr val="7E7E7E"/>
                </a:solidFill>
                <a:latin typeface="Calibri"/>
                <a:cs typeface="Calibri"/>
              </a:rPr>
              <a:t>Data</a:t>
            </a:r>
            <a:r>
              <a:rPr sz="2600" spc="-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E7E7E"/>
                </a:solidFill>
                <a:latin typeface="Calibri"/>
                <a:cs typeface="Calibri"/>
              </a:rPr>
              <a:t>integration</a:t>
            </a:r>
            <a:r>
              <a:rPr sz="2600" spc="-8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sz="2600" spc="-6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E7E7E"/>
                </a:solidFill>
                <a:latin typeface="Calibri"/>
                <a:cs typeface="Calibri"/>
              </a:rPr>
              <a:t>transformation</a:t>
            </a:r>
            <a:endParaRPr sz="260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spcBef>
                <a:spcPts val="1875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solidFill>
                  <a:srgbClr val="7E7E7E"/>
                </a:solidFill>
                <a:latin typeface="Calibri"/>
                <a:cs typeface="Calibri"/>
              </a:rPr>
              <a:t>Data</a:t>
            </a:r>
            <a:r>
              <a:rPr sz="2600" spc="-10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E7E7E"/>
                </a:solidFill>
                <a:latin typeface="Calibri"/>
                <a:cs typeface="Calibri"/>
              </a:rPr>
              <a:t>reduction</a:t>
            </a:r>
            <a:endParaRPr sz="260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spcBef>
                <a:spcPts val="1875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spc="-10" dirty="0">
                <a:solidFill>
                  <a:srgbClr val="7E7E7E"/>
                </a:solidFill>
                <a:latin typeface="Calibri"/>
                <a:cs typeface="Calibri"/>
              </a:rPr>
              <a:t>Discretization</a:t>
            </a:r>
            <a:r>
              <a:rPr sz="2600" spc="-9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E7E7E"/>
                </a:solidFill>
                <a:latin typeface="Calibri"/>
                <a:cs typeface="Calibri"/>
              </a:rPr>
              <a:t>and</a:t>
            </a:r>
            <a:r>
              <a:rPr sz="2600" spc="-8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7E7E7E"/>
                </a:solidFill>
                <a:latin typeface="Calibri"/>
                <a:cs typeface="Calibri"/>
              </a:rPr>
              <a:t>concept</a:t>
            </a:r>
            <a:r>
              <a:rPr sz="2600" spc="-8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E7E7E"/>
                </a:solidFill>
                <a:latin typeface="Calibri"/>
                <a:cs typeface="Calibri"/>
              </a:rPr>
              <a:t>hierarchy</a:t>
            </a:r>
            <a:r>
              <a:rPr sz="2600" spc="-9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7E7E7E"/>
                </a:solidFill>
                <a:latin typeface="Calibri"/>
                <a:cs typeface="Calibri"/>
              </a:rPr>
              <a:t>generation</a:t>
            </a:r>
            <a:endParaRPr sz="260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spcBef>
                <a:spcPts val="187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spc="-10" dirty="0">
                <a:solidFill>
                  <a:srgbClr val="7E7E7E"/>
                </a:solidFill>
                <a:latin typeface="Calibri"/>
                <a:cs typeface="Calibri"/>
              </a:rPr>
              <a:t>Summary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3264" y="6053429"/>
            <a:ext cx="17526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 M R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42" y="13004"/>
            <a:ext cx="780470" cy="70551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42669" y="34289"/>
            <a:ext cx="60566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Why</a:t>
            </a:r>
            <a:r>
              <a:rPr sz="4400" spc="-80" dirty="0"/>
              <a:t> </a:t>
            </a:r>
            <a:r>
              <a:rPr sz="4400" dirty="0"/>
              <a:t>Preprocess</a:t>
            </a:r>
            <a:r>
              <a:rPr sz="4400" spc="-120" dirty="0"/>
              <a:t> </a:t>
            </a:r>
            <a:r>
              <a:rPr sz="4400" dirty="0"/>
              <a:t>the</a:t>
            </a:r>
            <a:r>
              <a:rPr sz="4400" spc="-85" dirty="0"/>
              <a:t> </a:t>
            </a:r>
            <a:r>
              <a:rPr sz="4400" spc="-10" dirty="0"/>
              <a:t>data?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8504935" y="642711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1208" y="1447800"/>
            <a:ext cx="5910580" cy="5043170"/>
            <a:chOff x="521208" y="1447800"/>
            <a:chExt cx="5910580" cy="504317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8146" y="1447800"/>
              <a:ext cx="1189653" cy="23256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34162" y="4382261"/>
              <a:ext cx="2133600" cy="2095500"/>
            </a:xfrm>
            <a:custGeom>
              <a:avLst/>
              <a:gdLst/>
              <a:ahLst/>
              <a:cxnLst/>
              <a:rect l="l" t="t" r="r" b="b"/>
              <a:pathLst>
                <a:path w="2133600" h="2095500">
                  <a:moveTo>
                    <a:pt x="2133600" y="349250"/>
                  </a:moveTo>
                  <a:lnTo>
                    <a:pt x="2124616" y="394785"/>
                  </a:lnTo>
                  <a:lnTo>
                    <a:pt x="2098416" y="438548"/>
                  </a:lnTo>
                  <a:lnTo>
                    <a:pt x="2056124" y="480171"/>
                  </a:lnTo>
                  <a:lnTo>
                    <a:pt x="1998864" y="519286"/>
                  </a:lnTo>
                  <a:lnTo>
                    <a:pt x="1964973" y="537787"/>
                  </a:lnTo>
                  <a:lnTo>
                    <a:pt x="1927762" y="555524"/>
                  </a:lnTo>
                  <a:lnTo>
                    <a:pt x="1887371" y="572450"/>
                  </a:lnTo>
                  <a:lnTo>
                    <a:pt x="1843942" y="588518"/>
                  </a:lnTo>
                  <a:lnTo>
                    <a:pt x="1797615" y="603684"/>
                  </a:lnTo>
                  <a:lnTo>
                    <a:pt x="1748529" y="617901"/>
                  </a:lnTo>
                  <a:lnTo>
                    <a:pt x="1696827" y="631122"/>
                  </a:lnTo>
                  <a:lnTo>
                    <a:pt x="1642649" y="643303"/>
                  </a:lnTo>
                  <a:lnTo>
                    <a:pt x="1586134" y="654397"/>
                  </a:lnTo>
                  <a:lnTo>
                    <a:pt x="1527424" y="664358"/>
                  </a:lnTo>
                  <a:lnTo>
                    <a:pt x="1466660" y="673140"/>
                  </a:lnTo>
                  <a:lnTo>
                    <a:pt x="1403981" y="680697"/>
                  </a:lnTo>
                  <a:lnTo>
                    <a:pt x="1339530" y="686983"/>
                  </a:lnTo>
                  <a:lnTo>
                    <a:pt x="1273445" y="691953"/>
                  </a:lnTo>
                  <a:lnTo>
                    <a:pt x="1205868" y="695559"/>
                  </a:lnTo>
                  <a:lnTo>
                    <a:pt x="1136939" y="697757"/>
                  </a:lnTo>
                  <a:lnTo>
                    <a:pt x="1066800" y="698500"/>
                  </a:lnTo>
                  <a:lnTo>
                    <a:pt x="996657" y="697757"/>
                  </a:lnTo>
                  <a:lnTo>
                    <a:pt x="927726" y="695559"/>
                  </a:lnTo>
                  <a:lnTo>
                    <a:pt x="860147" y="691953"/>
                  </a:lnTo>
                  <a:lnTo>
                    <a:pt x="794061" y="686983"/>
                  </a:lnTo>
                  <a:lnTo>
                    <a:pt x="729608" y="680697"/>
                  </a:lnTo>
                  <a:lnTo>
                    <a:pt x="666929" y="673140"/>
                  </a:lnTo>
                  <a:lnTo>
                    <a:pt x="606164" y="664358"/>
                  </a:lnTo>
                  <a:lnTo>
                    <a:pt x="547454" y="654397"/>
                  </a:lnTo>
                  <a:lnTo>
                    <a:pt x="490939" y="643303"/>
                  </a:lnTo>
                  <a:lnTo>
                    <a:pt x="436761" y="631122"/>
                  </a:lnTo>
                  <a:lnTo>
                    <a:pt x="385059" y="617901"/>
                  </a:lnTo>
                  <a:lnTo>
                    <a:pt x="335975" y="603684"/>
                  </a:lnTo>
                  <a:lnTo>
                    <a:pt x="289648" y="588518"/>
                  </a:lnTo>
                  <a:lnTo>
                    <a:pt x="246219" y="572450"/>
                  </a:lnTo>
                  <a:lnTo>
                    <a:pt x="205830" y="555524"/>
                  </a:lnTo>
                  <a:lnTo>
                    <a:pt x="168620" y="537787"/>
                  </a:lnTo>
                  <a:lnTo>
                    <a:pt x="134730" y="519286"/>
                  </a:lnTo>
                  <a:lnTo>
                    <a:pt x="77472" y="480171"/>
                  </a:lnTo>
                  <a:lnTo>
                    <a:pt x="35181" y="438548"/>
                  </a:lnTo>
                  <a:lnTo>
                    <a:pt x="8982" y="394785"/>
                  </a:lnTo>
                  <a:lnTo>
                    <a:pt x="2269" y="372216"/>
                  </a:lnTo>
                  <a:lnTo>
                    <a:pt x="0" y="349250"/>
                  </a:lnTo>
                </a:path>
                <a:path w="2133600" h="2095500">
                  <a:moveTo>
                    <a:pt x="0" y="349250"/>
                  </a:moveTo>
                  <a:lnTo>
                    <a:pt x="8982" y="303714"/>
                  </a:lnTo>
                  <a:lnTo>
                    <a:pt x="35181" y="259951"/>
                  </a:lnTo>
                  <a:lnTo>
                    <a:pt x="77472" y="218328"/>
                  </a:lnTo>
                  <a:lnTo>
                    <a:pt x="134730" y="179213"/>
                  </a:lnTo>
                  <a:lnTo>
                    <a:pt x="168620" y="160712"/>
                  </a:lnTo>
                  <a:lnTo>
                    <a:pt x="205830" y="142975"/>
                  </a:lnTo>
                  <a:lnTo>
                    <a:pt x="246219" y="126049"/>
                  </a:lnTo>
                  <a:lnTo>
                    <a:pt x="289648" y="109981"/>
                  </a:lnTo>
                  <a:lnTo>
                    <a:pt x="335975" y="94815"/>
                  </a:lnTo>
                  <a:lnTo>
                    <a:pt x="385059" y="80598"/>
                  </a:lnTo>
                  <a:lnTo>
                    <a:pt x="436761" y="67377"/>
                  </a:lnTo>
                  <a:lnTo>
                    <a:pt x="490939" y="55196"/>
                  </a:lnTo>
                  <a:lnTo>
                    <a:pt x="547454" y="44102"/>
                  </a:lnTo>
                  <a:lnTo>
                    <a:pt x="606164" y="34141"/>
                  </a:lnTo>
                  <a:lnTo>
                    <a:pt x="666929" y="25359"/>
                  </a:lnTo>
                  <a:lnTo>
                    <a:pt x="729608" y="17802"/>
                  </a:lnTo>
                  <a:lnTo>
                    <a:pt x="794061" y="11516"/>
                  </a:lnTo>
                  <a:lnTo>
                    <a:pt x="860147" y="6546"/>
                  </a:lnTo>
                  <a:lnTo>
                    <a:pt x="927726" y="2940"/>
                  </a:lnTo>
                  <a:lnTo>
                    <a:pt x="996657" y="742"/>
                  </a:lnTo>
                  <a:lnTo>
                    <a:pt x="1066800" y="0"/>
                  </a:lnTo>
                  <a:lnTo>
                    <a:pt x="1136939" y="742"/>
                  </a:lnTo>
                  <a:lnTo>
                    <a:pt x="1205868" y="2940"/>
                  </a:lnTo>
                  <a:lnTo>
                    <a:pt x="1273445" y="6546"/>
                  </a:lnTo>
                  <a:lnTo>
                    <a:pt x="1339530" y="11516"/>
                  </a:lnTo>
                  <a:lnTo>
                    <a:pt x="1403981" y="17802"/>
                  </a:lnTo>
                  <a:lnTo>
                    <a:pt x="1466660" y="25359"/>
                  </a:lnTo>
                  <a:lnTo>
                    <a:pt x="1527424" y="34141"/>
                  </a:lnTo>
                  <a:lnTo>
                    <a:pt x="1586134" y="44102"/>
                  </a:lnTo>
                  <a:lnTo>
                    <a:pt x="1642649" y="55196"/>
                  </a:lnTo>
                  <a:lnTo>
                    <a:pt x="1696827" y="67377"/>
                  </a:lnTo>
                  <a:lnTo>
                    <a:pt x="1748529" y="80598"/>
                  </a:lnTo>
                  <a:lnTo>
                    <a:pt x="1797615" y="94815"/>
                  </a:lnTo>
                  <a:lnTo>
                    <a:pt x="1843942" y="109981"/>
                  </a:lnTo>
                  <a:lnTo>
                    <a:pt x="1887371" y="126049"/>
                  </a:lnTo>
                  <a:lnTo>
                    <a:pt x="1927762" y="142975"/>
                  </a:lnTo>
                  <a:lnTo>
                    <a:pt x="1964973" y="160712"/>
                  </a:lnTo>
                  <a:lnTo>
                    <a:pt x="1998864" y="179213"/>
                  </a:lnTo>
                  <a:lnTo>
                    <a:pt x="2056124" y="218328"/>
                  </a:lnTo>
                  <a:lnTo>
                    <a:pt x="2098416" y="259951"/>
                  </a:lnTo>
                  <a:lnTo>
                    <a:pt x="2124616" y="303714"/>
                  </a:lnTo>
                  <a:lnTo>
                    <a:pt x="2133600" y="349250"/>
                  </a:lnTo>
                  <a:lnTo>
                    <a:pt x="2133600" y="1746250"/>
                  </a:lnTo>
                  <a:lnTo>
                    <a:pt x="2124616" y="1791780"/>
                  </a:lnTo>
                  <a:lnTo>
                    <a:pt x="2098416" y="1835540"/>
                  </a:lnTo>
                  <a:lnTo>
                    <a:pt x="2056124" y="1877160"/>
                  </a:lnTo>
                  <a:lnTo>
                    <a:pt x="1998864" y="1916274"/>
                  </a:lnTo>
                  <a:lnTo>
                    <a:pt x="1964973" y="1934776"/>
                  </a:lnTo>
                  <a:lnTo>
                    <a:pt x="1927762" y="1952513"/>
                  </a:lnTo>
                  <a:lnTo>
                    <a:pt x="1887371" y="1969439"/>
                  </a:lnTo>
                  <a:lnTo>
                    <a:pt x="1843942" y="1985508"/>
                  </a:lnTo>
                  <a:lnTo>
                    <a:pt x="1797615" y="2000675"/>
                  </a:lnTo>
                  <a:lnTo>
                    <a:pt x="1748529" y="2014892"/>
                  </a:lnTo>
                  <a:lnTo>
                    <a:pt x="1696827" y="2028115"/>
                  </a:lnTo>
                  <a:lnTo>
                    <a:pt x="1642649" y="2040297"/>
                  </a:lnTo>
                  <a:lnTo>
                    <a:pt x="1586134" y="2051392"/>
                  </a:lnTo>
                  <a:lnTo>
                    <a:pt x="1527424" y="2061354"/>
                  </a:lnTo>
                  <a:lnTo>
                    <a:pt x="1466660" y="2070137"/>
                  </a:lnTo>
                  <a:lnTo>
                    <a:pt x="1403981" y="2077695"/>
                  </a:lnTo>
                  <a:lnTo>
                    <a:pt x="1339530" y="2083982"/>
                  </a:lnTo>
                  <a:lnTo>
                    <a:pt x="1273445" y="2088952"/>
                  </a:lnTo>
                  <a:lnTo>
                    <a:pt x="1205868" y="2092559"/>
                  </a:lnTo>
                  <a:lnTo>
                    <a:pt x="1136939" y="2094757"/>
                  </a:lnTo>
                  <a:lnTo>
                    <a:pt x="1066800" y="2095500"/>
                  </a:lnTo>
                  <a:lnTo>
                    <a:pt x="996657" y="2094757"/>
                  </a:lnTo>
                  <a:lnTo>
                    <a:pt x="927726" y="2092559"/>
                  </a:lnTo>
                  <a:lnTo>
                    <a:pt x="860147" y="2088952"/>
                  </a:lnTo>
                  <a:lnTo>
                    <a:pt x="794061" y="2083982"/>
                  </a:lnTo>
                  <a:lnTo>
                    <a:pt x="729608" y="2077695"/>
                  </a:lnTo>
                  <a:lnTo>
                    <a:pt x="666929" y="2070137"/>
                  </a:lnTo>
                  <a:lnTo>
                    <a:pt x="606164" y="2061354"/>
                  </a:lnTo>
                  <a:lnTo>
                    <a:pt x="547454" y="2051392"/>
                  </a:lnTo>
                  <a:lnTo>
                    <a:pt x="490939" y="2040297"/>
                  </a:lnTo>
                  <a:lnTo>
                    <a:pt x="436761" y="2028115"/>
                  </a:lnTo>
                  <a:lnTo>
                    <a:pt x="385059" y="2014892"/>
                  </a:lnTo>
                  <a:lnTo>
                    <a:pt x="335975" y="2000675"/>
                  </a:lnTo>
                  <a:lnTo>
                    <a:pt x="289648" y="1985508"/>
                  </a:lnTo>
                  <a:lnTo>
                    <a:pt x="246219" y="1969439"/>
                  </a:lnTo>
                  <a:lnTo>
                    <a:pt x="205830" y="1952513"/>
                  </a:lnTo>
                  <a:lnTo>
                    <a:pt x="168620" y="1934776"/>
                  </a:lnTo>
                  <a:lnTo>
                    <a:pt x="134730" y="1916274"/>
                  </a:lnTo>
                  <a:lnTo>
                    <a:pt x="77472" y="1877160"/>
                  </a:lnTo>
                  <a:lnTo>
                    <a:pt x="35181" y="1835540"/>
                  </a:lnTo>
                  <a:lnTo>
                    <a:pt x="8982" y="1791780"/>
                  </a:lnTo>
                  <a:lnTo>
                    <a:pt x="0" y="1746250"/>
                  </a:lnTo>
                  <a:lnTo>
                    <a:pt x="0" y="34925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पासपोर्ट ऑफिसर की वैकेंसी, नौकरी मिलते ही 1.5 लाख सैलरी, ऐसे करें अप्लाई |  Passport Officer Recruitment 2022 Notification salary How to Apply | TV9  Bharatvarsh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" y="5242559"/>
              <a:ext cx="1981200" cy="103631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457193" y="4330445"/>
              <a:ext cx="2444750" cy="2095500"/>
            </a:xfrm>
            <a:custGeom>
              <a:avLst/>
              <a:gdLst/>
              <a:ahLst/>
              <a:cxnLst/>
              <a:rect l="l" t="t" r="r" b="b"/>
              <a:pathLst>
                <a:path w="2444750" h="2095500">
                  <a:moveTo>
                    <a:pt x="2444495" y="349249"/>
                  </a:moveTo>
                  <a:lnTo>
                    <a:pt x="2436272" y="389985"/>
                  </a:lnTo>
                  <a:lnTo>
                    <a:pt x="2412214" y="429338"/>
                  </a:lnTo>
                  <a:lnTo>
                    <a:pt x="2373238" y="467048"/>
                  </a:lnTo>
                  <a:lnTo>
                    <a:pt x="2320261" y="502853"/>
                  </a:lnTo>
                  <a:lnTo>
                    <a:pt x="2254200" y="536490"/>
                  </a:lnTo>
                  <a:lnTo>
                    <a:pt x="2216550" y="552415"/>
                  </a:lnTo>
                  <a:lnTo>
                    <a:pt x="2175974" y="567699"/>
                  </a:lnTo>
                  <a:lnTo>
                    <a:pt x="2132585" y="582311"/>
                  </a:lnTo>
                  <a:lnTo>
                    <a:pt x="2086498" y="596217"/>
                  </a:lnTo>
                  <a:lnTo>
                    <a:pt x="2037829" y="609385"/>
                  </a:lnTo>
                  <a:lnTo>
                    <a:pt x="1986691" y="621782"/>
                  </a:lnTo>
                  <a:lnTo>
                    <a:pt x="1933200" y="633375"/>
                  </a:lnTo>
                  <a:lnTo>
                    <a:pt x="1877470" y="644132"/>
                  </a:lnTo>
                  <a:lnTo>
                    <a:pt x="1819615" y="654020"/>
                  </a:lnTo>
                  <a:lnTo>
                    <a:pt x="1759751" y="663006"/>
                  </a:lnTo>
                  <a:lnTo>
                    <a:pt x="1697991" y="671058"/>
                  </a:lnTo>
                  <a:lnTo>
                    <a:pt x="1634452" y="678142"/>
                  </a:lnTo>
                  <a:lnTo>
                    <a:pt x="1569247" y="684226"/>
                  </a:lnTo>
                  <a:lnTo>
                    <a:pt x="1502490" y="689277"/>
                  </a:lnTo>
                  <a:lnTo>
                    <a:pt x="1434297" y="693263"/>
                  </a:lnTo>
                  <a:lnTo>
                    <a:pt x="1364783" y="696150"/>
                  </a:lnTo>
                  <a:lnTo>
                    <a:pt x="1294061" y="697907"/>
                  </a:lnTo>
                  <a:lnTo>
                    <a:pt x="1222247" y="698499"/>
                  </a:lnTo>
                  <a:lnTo>
                    <a:pt x="1150434" y="697907"/>
                  </a:lnTo>
                  <a:lnTo>
                    <a:pt x="1079712" y="696150"/>
                  </a:lnTo>
                  <a:lnTo>
                    <a:pt x="1010198" y="693263"/>
                  </a:lnTo>
                  <a:lnTo>
                    <a:pt x="942005" y="689277"/>
                  </a:lnTo>
                  <a:lnTo>
                    <a:pt x="875248" y="684226"/>
                  </a:lnTo>
                  <a:lnTo>
                    <a:pt x="810043" y="678142"/>
                  </a:lnTo>
                  <a:lnTo>
                    <a:pt x="746504" y="671058"/>
                  </a:lnTo>
                  <a:lnTo>
                    <a:pt x="684744" y="663006"/>
                  </a:lnTo>
                  <a:lnTo>
                    <a:pt x="624880" y="654020"/>
                  </a:lnTo>
                  <a:lnTo>
                    <a:pt x="567025" y="644132"/>
                  </a:lnTo>
                  <a:lnTo>
                    <a:pt x="511295" y="633375"/>
                  </a:lnTo>
                  <a:lnTo>
                    <a:pt x="457804" y="621782"/>
                  </a:lnTo>
                  <a:lnTo>
                    <a:pt x="406666" y="609385"/>
                  </a:lnTo>
                  <a:lnTo>
                    <a:pt x="357997" y="596217"/>
                  </a:lnTo>
                  <a:lnTo>
                    <a:pt x="311910" y="582311"/>
                  </a:lnTo>
                  <a:lnTo>
                    <a:pt x="268521" y="567699"/>
                  </a:lnTo>
                  <a:lnTo>
                    <a:pt x="227945" y="552415"/>
                  </a:lnTo>
                  <a:lnTo>
                    <a:pt x="190295" y="536490"/>
                  </a:lnTo>
                  <a:lnTo>
                    <a:pt x="155686" y="519959"/>
                  </a:lnTo>
                  <a:lnTo>
                    <a:pt x="96053" y="485205"/>
                  </a:lnTo>
                  <a:lnTo>
                    <a:pt x="49962" y="448415"/>
                  </a:lnTo>
                  <a:lnTo>
                    <a:pt x="18330" y="409850"/>
                  </a:lnTo>
                  <a:lnTo>
                    <a:pt x="2074" y="369773"/>
                  </a:lnTo>
                  <a:lnTo>
                    <a:pt x="0" y="349249"/>
                  </a:lnTo>
                </a:path>
                <a:path w="2444750" h="2095500">
                  <a:moveTo>
                    <a:pt x="0" y="349249"/>
                  </a:moveTo>
                  <a:lnTo>
                    <a:pt x="8223" y="308514"/>
                  </a:lnTo>
                  <a:lnTo>
                    <a:pt x="32281" y="269161"/>
                  </a:lnTo>
                  <a:lnTo>
                    <a:pt x="71257" y="231451"/>
                  </a:lnTo>
                  <a:lnTo>
                    <a:pt x="124234" y="195646"/>
                  </a:lnTo>
                  <a:lnTo>
                    <a:pt x="190295" y="162009"/>
                  </a:lnTo>
                  <a:lnTo>
                    <a:pt x="227945" y="146084"/>
                  </a:lnTo>
                  <a:lnTo>
                    <a:pt x="268521" y="130800"/>
                  </a:lnTo>
                  <a:lnTo>
                    <a:pt x="311910" y="116188"/>
                  </a:lnTo>
                  <a:lnTo>
                    <a:pt x="357997" y="102282"/>
                  </a:lnTo>
                  <a:lnTo>
                    <a:pt x="406666" y="89114"/>
                  </a:lnTo>
                  <a:lnTo>
                    <a:pt x="457804" y="76717"/>
                  </a:lnTo>
                  <a:lnTo>
                    <a:pt x="511295" y="65124"/>
                  </a:lnTo>
                  <a:lnTo>
                    <a:pt x="567025" y="54367"/>
                  </a:lnTo>
                  <a:lnTo>
                    <a:pt x="624880" y="44479"/>
                  </a:lnTo>
                  <a:lnTo>
                    <a:pt x="684744" y="35493"/>
                  </a:lnTo>
                  <a:lnTo>
                    <a:pt x="746504" y="27441"/>
                  </a:lnTo>
                  <a:lnTo>
                    <a:pt x="810043" y="20357"/>
                  </a:lnTo>
                  <a:lnTo>
                    <a:pt x="875248" y="14273"/>
                  </a:lnTo>
                  <a:lnTo>
                    <a:pt x="942005" y="9222"/>
                  </a:lnTo>
                  <a:lnTo>
                    <a:pt x="1010198" y="5236"/>
                  </a:lnTo>
                  <a:lnTo>
                    <a:pt x="1079712" y="2349"/>
                  </a:lnTo>
                  <a:lnTo>
                    <a:pt x="1150434" y="592"/>
                  </a:lnTo>
                  <a:lnTo>
                    <a:pt x="1222247" y="0"/>
                  </a:lnTo>
                  <a:lnTo>
                    <a:pt x="1294061" y="592"/>
                  </a:lnTo>
                  <a:lnTo>
                    <a:pt x="1364783" y="2349"/>
                  </a:lnTo>
                  <a:lnTo>
                    <a:pt x="1434297" y="5236"/>
                  </a:lnTo>
                  <a:lnTo>
                    <a:pt x="1502490" y="9222"/>
                  </a:lnTo>
                  <a:lnTo>
                    <a:pt x="1569247" y="14273"/>
                  </a:lnTo>
                  <a:lnTo>
                    <a:pt x="1634452" y="20357"/>
                  </a:lnTo>
                  <a:lnTo>
                    <a:pt x="1697991" y="27441"/>
                  </a:lnTo>
                  <a:lnTo>
                    <a:pt x="1759751" y="35493"/>
                  </a:lnTo>
                  <a:lnTo>
                    <a:pt x="1819615" y="44479"/>
                  </a:lnTo>
                  <a:lnTo>
                    <a:pt x="1877470" y="54367"/>
                  </a:lnTo>
                  <a:lnTo>
                    <a:pt x="1933200" y="65124"/>
                  </a:lnTo>
                  <a:lnTo>
                    <a:pt x="1986691" y="76717"/>
                  </a:lnTo>
                  <a:lnTo>
                    <a:pt x="2037829" y="89114"/>
                  </a:lnTo>
                  <a:lnTo>
                    <a:pt x="2086498" y="102282"/>
                  </a:lnTo>
                  <a:lnTo>
                    <a:pt x="2132585" y="116188"/>
                  </a:lnTo>
                  <a:lnTo>
                    <a:pt x="2175974" y="130800"/>
                  </a:lnTo>
                  <a:lnTo>
                    <a:pt x="2216550" y="146084"/>
                  </a:lnTo>
                  <a:lnTo>
                    <a:pt x="2254200" y="162009"/>
                  </a:lnTo>
                  <a:lnTo>
                    <a:pt x="2288809" y="178540"/>
                  </a:lnTo>
                  <a:lnTo>
                    <a:pt x="2348442" y="213294"/>
                  </a:lnTo>
                  <a:lnTo>
                    <a:pt x="2394533" y="250084"/>
                  </a:lnTo>
                  <a:lnTo>
                    <a:pt x="2426165" y="288649"/>
                  </a:lnTo>
                  <a:lnTo>
                    <a:pt x="2442421" y="328726"/>
                  </a:lnTo>
                  <a:lnTo>
                    <a:pt x="2444495" y="349249"/>
                  </a:lnTo>
                  <a:lnTo>
                    <a:pt x="2444495" y="1746249"/>
                  </a:lnTo>
                  <a:lnTo>
                    <a:pt x="2436272" y="1786980"/>
                  </a:lnTo>
                  <a:lnTo>
                    <a:pt x="2412214" y="1826330"/>
                  </a:lnTo>
                  <a:lnTo>
                    <a:pt x="2373238" y="1864038"/>
                  </a:lnTo>
                  <a:lnTo>
                    <a:pt x="2320261" y="1899842"/>
                  </a:lnTo>
                  <a:lnTo>
                    <a:pt x="2254200" y="1933479"/>
                  </a:lnTo>
                  <a:lnTo>
                    <a:pt x="2216550" y="1949404"/>
                  </a:lnTo>
                  <a:lnTo>
                    <a:pt x="2175974" y="1964688"/>
                  </a:lnTo>
                  <a:lnTo>
                    <a:pt x="2132585" y="1979301"/>
                  </a:lnTo>
                  <a:lnTo>
                    <a:pt x="2086498" y="1993207"/>
                  </a:lnTo>
                  <a:lnTo>
                    <a:pt x="2037829" y="2006376"/>
                  </a:lnTo>
                  <a:lnTo>
                    <a:pt x="1986691" y="2018774"/>
                  </a:lnTo>
                  <a:lnTo>
                    <a:pt x="1933200" y="2030368"/>
                  </a:lnTo>
                  <a:lnTo>
                    <a:pt x="1877470" y="2041126"/>
                  </a:lnTo>
                  <a:lnTo>
                    <a:pt x="1819615" y="2051015"/>
                  </a:lnTo>
                  <a:lnTo>
                    <a:pt x="1759751" y="2060002"/>
                  </a:lnTo>
                  <a:lnTo>
                    <a:pt x="1697991" y="2068054"/>
                  </a:lnTo>
                  <a:lnTo>
                    <a:pt x="1634452" y="2075139"/>
                  </a:lnTo>
                  <a:lnTo>
                    <a:pt x="1569247" y="2081224"/>
                  </a:lnTo>
                  <a:lnTo>
                    <a:pt x="1502490" y="2086276"/>
                  </a:lnTo>
                  <a:lnTo>
                    <a:pt x="1434297" y="2090262"/>
                  </a:lnTo>
                  <a:lnTo>
                    <a:pt x="1364783" y="2093150"/>
                  </a:lnTo>
                  <a:lnTo>
                    <a:pt x="1294061" y="2094907"/>
                  </a:lnTo>
                  <a:lnTo>
                    <a:pt x="1222247" y="2095499"/>
                  </a:lnTo>
                  <a:lnTo>
                    <a:pt x="1150434" y="2094907"/>
                  </a:lnTo>
                  <a:lnTo>
                    <a:pt x="1079712" y="2093150"/>
                  </a:lnTo>
                  <a:lnTo>
                    <a:pt x="1010198" y="2090262"/>
                  </a:lnTo>
                  <a:lnTo>
                    <a:pt x="942005" y="2086276"/>
                  </a:lnTo>
                  <a:lnTo>
                    <a:pt x="875248" y="2081224"/>
                  </a:lnTo>
                  <a:lnTo>
                    <a:pt x="810043" y="2075139"/>
                  </a:lnTo>
                  <a:lnTo>
                    <a:pt x="746504" y="2068054"/>
                  </a:lnTo>
                  <a:lnTo>
                    <a:pt x="684744" y="2060002"/>
                  </a:lnTo>
                  <a:lnTo>
                    <a:pt x="624880" y="2051015"/>
                  </a:lnTo>
                  <a:lnTo>
                    <a:pt x="567025" y="2041126"/>
                  </a:lnTo>
                  <a:lnTo>
                    <a:pt x="511295" y="2030368"/>
                  </a:lnTo>
                  <a:lnTo>
                    <a:pt x="457804" y="2018774"/>
                  </a:lnTo>
                  <a:lnTo>
                    <a:pt x="406666" y="2006376"/>
                  </a:lnTo>
                  <a:lnTo>
                    <a:pt x="357997" y="1993207"/>
                  </a:lnTo>
                  <a:lnTo>
                    <a:pt x="311910" y="1979301"/>
                  </a:lnTo>
                  <a:lnTo>
                    <a:pt x="268521" y="1964688"/>
                  </a:lnTo>
                  <a:lnTo>
                    <a:pt x="227945" y="1949404"/>
                  </a:lnTo>
                  <a:lnTo>
                    <a:pt x="190295" y="1933479"/>
                  </a:lnTo>
                  <a:lnTo>
                    <a:pt x="155686" y="1916948"/>
                  </a:lnTo>
                  <a:lnTo>
                    <a:pt x="96053" y="1882194"/>
                  </a:lnTo>
                  <a:lnTo>
                    <a:pt x="49962" y="1845406"/>
                  </a:lnTo>
                  <a:lnTo>
                    <a:pt x="18330" y="1806844"/>
                  </a:lnTo>
                  <a:lnTo>
                    <a:pt x="2074" y="1766771"/>
                  </a:lnTo>
                  <a:lnTo>
                    <a:pt x="0" y="1746249"/>
                  </a:lnTo>
                  <a:lnTo>
                    <a:pt x="0" y="349249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 descr="e-PAN | All you need to know about the digital version of your PAN Card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31691" y="5082540"/>
              <a:ext cx="2078736" cy="11430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13482" y="2866643"/>
              <a:ext cx="3718560" cy="1471295"/>
            </a:xfrm>
            <a:custGeom>
              <a:avLst/>
              <a:gdLst/>
              <a:ahLst/>
              <a:cxnLst/>
              <a:rect l="l" t="t" r="r" b="b"/>
              <a:pathLst>
                <a:path w="3718560" h="1471295">
                  <a:moveTo>
                    <a:pt x="1192022" y="810895"/>
                  </a:moveTo>
                  <a:lnTo>
                    <a:pt x="1170178" y="772541"/>
                  </a:lnTo>
                  <a:lnTo>
                    <a:pt x="104343" y="1378432"/>
                  </a:lnTo>
                  <a:lnTo>
                    <a:pt x="82550" y="1340104"/>
                  </a:lnTo>
                  <a:lnTo>
                    <a:pt x="0" y="1463167"/>
                  </a:lnTo>
                  <a:lnTo>
                    <a:pt x="148082" y="1455293"/>
                  </a:lnTo>
                  <a:lnTo>
                    <a:pt x="132473" y="1427861"/>
                  </a:lnTo>
                  <a:lnTo>
                    <a:pt x="126225" y="1416888"/>
                  </a:lnTo>
                  <a:lnTo>
                    <a:pt x="1192022" y="810895"/>
                  </a:lnTo>
                  <a:close/>
                </a:path>
                <a:path w="3718560" h="1471295">
                  <a:moveTo>
                    <a:pt x="2030222" y="1259586"/>
                  </a:moveTo>
                  <a:lnTo>
                    <a:pt x="1986013" y="1260398"/>
                  </a:lnTo>
                  <a:lnTo>
                    <a:pt x="1980450" y="944499"/>
                  </a:lnTo>
                  <a:lnTo>
                    <a:pt x="1980438" y="943737"/>
                  </a:lnTo>
                  <a:lnTo>
                    <a:pt x="1936242" y="944499"/>
                  </a:lnTo>
                  <a:lnTo>
                    <a:pt x="1941791" y="1259586"/>
                  </a:lnTo>
                  <a:lnTo>
                    <a:pt x="1941817" y="1261198"/>
                  </a:lnTo>
                  <a:lnTo>
                    <a:pt x="1897634" y="1261999"/>
                  </a:lnTo>
                  <a:lnTo>
                    <a:pt x="1966214" y="1393317"/>
                  </a:lnTo>
                  <a:lnTo>
                    <a:pt x="2018842" y="1283335"/>
                  </a:lnTo>
                  <a:lnTo>
                    <a:pt x="2030222" y="1259586"/>
                  </a:lnTo>
                  <a:close/>
                </a:path>
                <a:path w="3718560" h="1471295">
                  <a:moveTo>
                    <a:pt x="3629406" y="1471041"/>
                  </a:moveTo>
                  <a:lnTo>
                    <a:pt x="3605530" y="1419352"/>
                  </a:lnTo>
                  <a:lnTo>
                    <a:pt x="3567303" y="1336548"/>
                  </a:lnTo>
                  <a:lnTo>
                    <a:pt x="3539693" y="1371066"/>
                  </a:lnTo>
                  <a:lnTo>
                    <a:pt x="2747899" y="737870"/>
                  </a:lnTo>
                  <a:lnTo>
                    <a:pt x="2720213" y="772414"/>
                  </a:lnTo>
                  <a:lnTo>
                    <a:pt x="3512083" y="1405572"/>
                  </a:lnTo>
                  <a:lnTo>
                    <a:pt x="3484499" y="1440053"/>
                  </a:lnTo>
                  <a:lnTo>
                    <a:pt x="3629406" y="1471041"/>
                  </a:lnTo>
                  <a:close/>
                </a:path>
                <a:path w="3718560" h="1471295">
                  <a:moveTo>
                    <a:pt x="3718179" y="66294"/>
                  </a:moveTo>
                  <a:lnTo>
                    <a:pt x="3673983" y="44196"/>
                  </a:lnTo>
                  <a:lnTo>
                    <a:pt x="3585591" y="0"/>
                  </a:lnTo>
                  <a:lnTo>
                    <a:pt x="3585591" y="44196"/>
                  </a:lnTo>
                  <a:lnTo>
                    <a:pt x="2773680" y="44196"/>
                  </a:lnTo>
                  <a:lnTo>
                    <a:pt x="2773680" y="88392"/>
                  </a:lnTo>
                  <a:lnTo>
                    <a:pt x="3585591" y="88392"/>
                  </a:lnTo>
                  <a:lnTo>
                    <a:pt x="3585591" y="132588"/>
                  </a:lnTo>
                  <a:lnTo>
                    <a:pt x="3673983" y="88392"/>
                  </a:lnTo>
                  <a:lnTo>
                    <a:pt x="3718179" y="66294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6516623" y="4369308"/>
            <a:ext cx="2159635" cy="2121535"/>
            <a:chOff x="6516623" y="4369308"/>
            <a:chExt cx="2159635" cy="2121535"/>
          </a:xfrm>
        </p:grpSpPr>
        <p:pic>
          <p:nvPicPr>
            <p:cNvPr id="15" name="object 15" descr="Regional Transport Office - Wikipedia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82155" y="5146548"/>
              <a:ext cx="2028444" cy="91897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529577" y="4382262"/>
              <a:ext cx="2133600" cy="2095500"/>
            </a:xfrm>
            <a:custGeom>
              <a:avLst/>
              <a:gdLst/>
              <a:ahLst/>
              <a:cxnLst/>
              <a:rect l="l" t="t" r="r" b="b"/>
              <a:pathLst>
                <a:path w="2133600" h="2095500">
                  <a:moveTo>
                    <a:pt x="2133600" y="349250"/>
                  </a:moveTo>
                  <a:lnTo>
                    <a:pt x="2124616" y="394785"/>
                  </a:lnTo>
                  <a:lnTo>
                    <a:pt x="2098416" y="438548"/>
                  </a:lnTo>
                  <a:lnTo>
                    <a:pt x="2056124" y="480171"/>
                  </a:lnTo>
                  <a:lnTo>
                    <a:pt x="1998864" y="519286"/>
                  </a:lnTo>
                  <a:lnTo>
                    <a:pt x="1964973" y="537787"/>
                  </a:lnTo>
                  <a:lnTo>
                    <a:pt x="1927762" y="555524"/>
                  </a:lnTo>
                  <a:lnTo>
                    <a:pt x="1887371" y="572450"/>
                  </a:lnTo>
                  <a:lnTo>
                    <a:pt x="1843942" y="588518"/>
                  </a:lnTo>
                  <a:lnTo>
                    <a:pt x="1797615" y="603684"/>
                  </a:lnTo>
                  <a:lnTo>
                    <a:pt x="1748529" y="617901"/>
                  </a:lnTo>
                  <a:lnTo>
                    <a:pt x="1696827" y="631122"/>
                  </a:lnTo>
                  <a:lnTo>
                    <a:pt x="1642649" y="643303"/>
                  </a:lnTo>
                  <a:lnTo>
                    <a:pt x="1586134" y="654397"/>
                  </a:lnTo>
                  <a:lnTo>
                    <a:pt x="1527424" y="664358"/>
                  </a:lnTo>
                  <a:lnTo>
                    <a:pt x="1466660" y="673140"/>
                  </a:lnTo>
                  <a:lnTo>
                    <a:pt x="1403981" y="680697"/>
                  </a:lnTo>
                  <a:lnTo>
                    <a:pt x="1339530" y="686983"/>
                  </a:lnTo>
                  <a:lnTo>
                    <a:pt x="1273445" y="691953"/>
                  </a:lnTo>
                  <a:lnTo>
                    <a:pt x="1205868" y="695559"/>
                  </a:lnTo>
                  <a:lnTo>
                    <a:pt x="1136939" y="697757"/>
                  </a:lnTo>
                  <a:lnTo>
                    <a:pt x="1066800" y="698500"/>
                  </a:lnTo>
                  <a:lnTo>
                    <a:pt x="996660" y="697757"/>
                  </a:lnTo>
                  <a:lnTo>
                    <a:pt x="927731" y="695559"/>
                  </a:lnTo>
                  <a:lnTo>
                    <a:pt x="860154" y="691953"/>
                  </a:lnTo>
                  <a:lnTo>
                    <a:pt x="794069" y="686983"/>
                  </a:lnTo>
                  <a:lnTo>
                    <a:pt x="729618" y="680697"/>
                  </a:lnTo>
                  <a:lnTo>
                    <a:pt x="666939" y="673140"/>
                  </a:lnTo>
                  <a:lnTo>
                    <a:pt x="606175" y="664358"/>
                  </a:lnTo>
                  <a:lnTo>
                    <a:pt x="547465" y="654397"/>
                  </a:lnTo>
                  <a:lnTo>
                    <a:pt x="490950" y="643303"/>
                  </a:lnTo>
                  <a:lnTo>
                    <a:pt x="436772" y="631122"/>
                  </a:lnTo>
                  <a:lnTo>
                    <a:pt x="385070" y="617901"/>
                  </a:lnTo>
                  <a:lnTo>
                    <a:pt x="335984" y="603684"/>
                  </a:lnTo>
                  <a:lnTo>
                    <a:pt x="289657" y="588518"/>
                  </a:lnTo>
                  <a:lnTo>
                    <a:pt x="246228" y="572450"/>
                  </a:lnTo>
                  <a:lnTo>
                    <a:pt x="205837" y="555524"/>
                  </a:lnTo>
                  <a:lnTo>
                    <a:pt x="168626" y="537787"/>
                  </a:lnTo>
                  <a:lnTo>
                    <a:pt x="134735" y="519286"/>
                  </a:lnTo>
                  <a:lnTo>
                    <a:pt x="77475" y="480171"/>
                  </a:lnTo>
                  <a:lnTo>
                    <a:pt x="35183" y="438548"/>
                  </a:lnTo>
                  <a:lnTo>
                    <a:pt x="8983" y="394785"/>
                  </a:lnTo>
                  <a:lnTo>
                    <a:pt x="2269" y="372216"/>
                  </a:lnTo>
                  <a:lnTo>
                    <a:pt x="0" y="349250"/>
                  </a:lnTo>
                </a:path>
                <a:path w="2133600" h="2095500">
                  <a:moveTo>
                    <a:pt x="0" y="349250"/>
                  </a:moveTo>
                  <a:lnTo>
                    <a:pt x="8983" y="303714"/>
                  </a:lnTo>
                  <a:lnTo>
                    <a:pt x="35183" y="259951"/>
                  </a:lnTo>
                  <a:lnTo>
                    <a:pt x="77475" y="218328"/>
                  </a:lnTo>
                  <a:lnTo>
                    <a:pt x="134735" y="179213"/>
                  </a:lnTo>
                  <a:lnTo>
                    <a:pt x="168626" y="160712"/>
                  </a:lnTo>
                  <a:lnTo>
                    <a:pt x="205837" y="142975"/>
                  </a:lnTo>
                  <a:lnTo>
                    <a:pt x="246228" y="126049"/>
                  </a:lnTo>
                  <a:lnTo>
                    <a:pt x="289657" y="109981"/>
                  </a:lnTo>
                  <a:lnTo>
                    <a:pt x="335984" y="94815"/>
                  </a:lnTo>
                  <a:lnTo>
                    <a:pt x="385070" y="80598"/>
                  </a:lnTo>
                  <a:lnTo>
                    <a:pt x="436772" y="67377"/>
                  </a:lnTo>
                  <a:lnTo>
                    <a:pt x="490950" y="55196"/>
                  </a:lnTo>
                  <a:lnTo>
                    <a:pt x="547465" y="44102"/>
                  </a:lnTo>
                  <a:lnTo>
                    <a:pt x="606175" y="34141"/>
                  </a:lnTo>
                  <a:lnTo>
                    <a:pt x="666939" y="25359"/>
                  </a:lnTo>
                  <a:lnTo>
                    <a:pt x="729618" y="17802"/>
                  </a:lnTo>
                  <a:lnTo>
                    <a:pt x="794069" y="11516"/>
                  </a:lnTo>
                  <a:lnTo>
                    <a:pt x="860154" y="6546"/>
                  </a:lnTo>
                  <a:lnTo>
                    <a:pt x="927731" y="2940"/>
                  </a:lnTo>
                  <a:lnTo>
                    <a:pt x="996660" y="742"/>
                  </a:lnTo>
                  <a:lnTo>
                    <a:pt x="1066800" y="0"/>
                  </a:lnTo>
                  <a:lnTo>
                    <a:pt x="1136939" y="742"/>
                  </a:lnTo>
                  <a:lnTo>
                    <a:pt x="1205868" y="2940"/>
                  </a:lnTo>
                  <a:lnTo>
                    <a:pt x="1273445" y="6546"/>
                  </a:lnTo>
                  <a:lnTo>
                    <a:pt x="1339530" y="11516"/>
                  </a:lnTo>
                  <a:lnTo>
                    <a:pt x="1403981" y="17802"/>
                  </a:lnTo>
                  <a:lnTo>
                    <a:pt x="1466660" y="25359"/>
                  </a:lnTo>
                  <a:lnTo>
                    <a:pt x="1527424" y="34141"/>
                  </a:lnTo>
                  <a:lnTo>
                    <a:pt x="1586134" y="44102"/>
                  </a:lnTo>
                  <a:lnTo>
                    <a:pt x="1642649" y="55196"/>
                  </a:lnTo>
                  <a:lnTo>
                    <a:pt x="1696827" y="67377"/>
                  </a:lnTo>
                  <a:lnTo>
                    <a:pt x="1748529" y="80598"/>
                  </a:lnTo>
                  <a:lnTo>
                    <a:pt x="1797615" y="94815"/>
                  </a:lnTo>
                  <a:lnTo>
                    <a:pt x="1843942" y="109981"/>
                  </a:lnTo>
                  <a:lnTo>
                    <a:pt x="1887371" y="126049"/>
                  </a:lnTo>
                  <a:lnTo>
                    <a:pt x="1927762" y="142975"/>
                  </a:lnTo>
                  <a:lnTo>
                    <a:pt x="1964973" y="160712"/>
                  </a:lnTo>
                  <a:lnTo>
                    <a:pt x="1998864" y="179213"/>
                  </a:lnTo>
                  <a:lnTo>
                    <a:pt x="2056124" y="218328"/>
                  </a:lnTo>
                  <a:lnTo>
                    <a:pt x="2098416" y="259951"/>
                  </a:lnTo>
                  <a:lnTo>
                    <a:pt x="2124616" y="303714"/>
                  </a:lnTo>
                  <a:lnTo>
                    <a:pt x="2133600" y="349250"/>
                  </a:lnTo>
                  <a:lnTo>
                    <a:pt x="2133600" y="1746250"/>
                  </a:lnTo>
                  <a:lnTo>
                    <a:pt x="2124616" y="1791780"/>
                  </a:lnTo>
                  <a:lnTo>
                    <a:pt x="2098416" y="1835540"/>
                  </a:lnTo>
                  <a:lnTo>
                    <a:pt x="2056124" y="1877160"/>
                  </a:lnTo>
                  <a:lnTo>
                    <a:pt x="1998864" y="1916274"/>
                  </a:lnTo>
                  <a:lnTo>
                    <a:pt x="1964973" y="1934776"/>
                  </a:lnTo>
                  <a:lnTo>
                    <a:pt x="1927762" y="1952513"/>
                  </a:lnTo>
                  <a:lnTo>
                    <a:pt x="1887371" y="1969439"/>
                  </a:lnTo>
                  <a:lnTo>
                    <a:pt x="1843942" y="1985508"/>
                  </a:lnTo>
                  <a:lnTo>
                    <a:pt x="1797615" y="2000675"/>
                  </a:lnTo>
                  <a:lnTo>
                    <a:pt x="1748529" y="2014892"/>
                  </a:lnTo>
                  <a:lnTo>
                    <a:pt x="1696827" y="2028115"/>
                  </a:lnTo>
                  <a:lnTo>
                    <a:pt x="1642649" y="2040297"/>
                  </a:lnTo>
                  <a:lnTo>
                    <a:pt x="1586134" y="2051392"/>
                  </a:lnTo>
                  <a:lnTo>
                    <a:pt x="1527424" y="2061354"/>
                  </a:lnTo>
                  <a:lnTo>
                    <a:pt x="1466660" y="2070137"/>
                  </a:lnTo>
                  <a:lnTo>
                    <a:pt x="1403981" y="2077695"/>
                  </a:lnTo>
                  <a:lnTo>
                    <a:pt x="1339530" y="2083982"/>
                  </a:lnTo>
                  <a:lnTo>
                    <a:pt x="1273445" y="2088952"/>
                  </a:lnTo>
                  <a:lnTo>
                    <a:pt x="1205868" y="2092559"/>
                  </a:lnTo>
                  <a:lnTo>
                    <a:pt x="1136939" y="2094757"/>
                  </a:lnTo>
                  <a:lnTo>
                    <a:pt x="1066800" y="2095500"/>
                  </a:lnTo>
                  <a:lnTo>
                    <a:pt x="996660" y="2094757"/>
                  </a:lnTo>
                  <a:lnTo>
                    <a:pt x="927731" y="2092559"/>
                  </a:lnTo>
                  <a:lnTo>
                    <a:pt x="860154" y="2088952"/>
                  </a:lnTo>
                  <a:lnTo>
                    <a:pt x="794069" y="2083982"/>
                  </a:lnTo>
                  <a:lnTo>
                    <a:pt x="729618" y="2077695"/>
                  </a:lnTo>
                  <a:lnTo>
                    <a:pt x="666939" y="2070137"/>
                  </a:lnTo>
                  <a:lnTo>
                    <a:pt x="606175" y="2061354"/>
                  </a:lnTo>
                  <a:lnTo>
                    <a:pt x="547465" y="2051392"/>
                  </a:lnTo>
                  <a:lnTo>
                    <a:pt x="490950" y="2040297"/>
                  </a:lnTo>
                  <a:lnTo>
                    <a:pt x="436772" y="2028115"/>
                  </a:lnTo>
                  <a:lnTo>
                    <a:pt x="385070" y="2014892"/>
                  </a:lnTo>
                  <a:lnTo>
                    <a:pt x="335984" y="2000675"/>
                  </a:lnTo>
                  <a:lnTo>
                    <a:pt x="289657" y="1985508"/>
                  </a:lnTo>
                  <a:lnTo>
                    <a:pt x="246228" y="1969439"/>
                  </a:lnTo>
                  <a:lnTo>
                    <a:pt x="205837" y="1952513"/>
                  </a:lnTo>
                  <a:lnTo>
                    <a:pt x="168626" y="1934776"/>
                  </a:lnTo>
                  <a:lnTo>
                    <a:pt x="134735" y="1916274"/>
                  </a:lnTo>
                  <a:lnTo>
                    <a:pt x="77475" y="1877160"/>
                  </a:lnTo>
                  <a:lnTo>
                    <a:pt x="35183" y="1835540"/>
                  </a:lnTo>
                  <a:lnTo>
                    <a:pt x="8983" y="1791780"/>
                  </a:lnTo>
                  <a:lnTo>
                    <a:pt x="0" y="1746250"/>
                  </a:lnTo>
                  <a:lnTo>
                    <a:pt x="0" y="34925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45008" y="1772411"/>
            <a:ext cx="2159635" cy="2121535"/>
            <a:chOff x="445008" y="1772411"/>
            <a:chExt cx="2159635" cy="2121535"/>
          </a:xfrm>
        </p:grpSpPr>
        <p:pic>
          <p:nvPicPr>
            <p:cNvPr id="18" name="object 18" descr="UIDAI tops among all Ministries and Departments in resolving Public  Grievances during August 20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5404" y="2534411"/>
              <a:ext cx="1833372" cy="114757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57962" y="1785365"/>
              <a:ext cx="2133600" cy="2095500"/>
            </a:xfrm>
            <a:custGeom>
              <a:avLst/>
              <a:gdLst/>
              <a:ahLst/>
              <a:cxnLst/>
              <a:rect l="l" t="t" r="r" b="b"/>
              <a:pathLst>
                <a:path w="2133600" h="2095500">
                  <a:moveTo>
                    <a:pt x="2133600" y="349250"/>
                  </a:moveTo>
                  <a:lnTo>
                    <a:pt x="2124616" y="394785"/>
                  </a:lnTo>
                  <a:lnTo>
                    <a:pt x="2098416" y="438548"/>
                  </a:lnTo>
                  <a:lnTo>
                    <a:pt x="2056124" y="480171"/>
                  </a:lnTo>
                  <a:lnTo>
                    <a:pt x="1998864" y="519286"/>
                  </a:lnTo>
                  <a:lnTo>
                    <a:pt x="1964973" y="537787"/>
                  </a:lnTo>
                  <a:lnTo>
                    <a:pt x="1927762" y="555524"/>
                  </a:lnTo>
                  <a:lnTo>
                    <a:pt x="1887371" y="572450"/>
                  </a:lnTo>
                  <a:lnTo>
                    <a:pt x="1843942" y="588518"/>
                  </a:lnTo>
                  <a:lnTo>
                    <a:pt x="1797615" y="603684"/>
                  </a:lnTo>
                  <a:lnTo>
                    <a:pt x="1748529" y="617901"/>
                  </a:lnTo>
                  <a:lnTo>
                    <a:pt x="1696827" y="631122"/>
                  </a:lnTo>
                  <a:lnTo>
                    <a:pt x="1642649" y="643303"/>
                  </a:lnTo>
                  <a:lnTo>
                    <a:pt x="1586134" y="654397"/>
                  </a:lnTo>
                  <a:lnTo>
                    <a:pt x="1527424" y="664358"/>
                  </a:lnTo>
                  <a:lnTo>
                    <a:pt x="1466660" y="673140"/>
                  </a:lnTo>
                  <a:lnTo>
                    <a:pt x="1403981" y="680697"/>
                  </a:lnTo>
                  <a:lnTo>
                    <a:pt x="1339530" y="686983"/>
                  </a:lnTo>
                  <a:lnTo>
                    <a:pt x="1273445" y="691953"/>
                  </a:lnTo>
                  <a:lnTo>
                    <a:pt x="1205868" y="695559"/>
                  </a:lnTo>
                  <a:lnTo>
                    <a:pt x="1136939" y="697757"/>
                  </a:lnTo>
                  <a:lnTo>
                    <a:pt x="1066800" y="698500"/>
                  </a:lnTo>
                  <a:lnTo>
                    <a:pt x="996657" y="697757"/>
                  </a:lnTo>
                  <a:lnTo>
                    <a:pt x="927726" y="695559"/>
                  </a:lnTo>
                  <a:lnTo>
                    <a:pt x="860147" y="691953"/>
                  </a:lnTo>
                  <a:lnTo>
                    <a:pt x="794061" y="686983"/>
                  </a:lnTo>
                  <a:lnTo>
                    <a:pt x="729608" y="680697"/>
                  </a:lnTo>
                  <a:lnTo>
                    <a:pt x="666929" y="673140"/>
                  </a:lnTo>
                  <a:lnTo>
                    <a:pt x="606164" y="664358"/>
                  </a:lnTo>
                  <a:lnTo>
                    <a:pt x="547454" y="654397"/>
                  </a:lnTo>
                  <a:lnTo>
                    <a:pt x="490939" y="643303"/>
                  </a:lnTo>
                  <a:lnTo>
                    <a:pt x="436761" y="631122"/>
                  </a:lnTo>
                  <a:lnTo>
                    <a:pt x="385059" y="617901"/>
                  </a:lnTo>
                  <a:lnTo>
                    <a:pt x="335975" y="603684"/>
                  </a:lnTo>
                  <a:lnTo>
                    <a:pt x="289648" y="588518"/>
                  </a:lnTo>
                  <a:lnTo>
                    <a:pt x="246219" y="572450"/>
                  </a:lnTo>
                  <a:lnTo>
                    <a:pt x="205830" y="555524"/>
                  </a:lnTo>
                  <a:lnTo>
                    <a:pt x="168620" y="537787"/>
                  </a:lnTo>
                  <a:lnTo>
                    <a:pt x="134730" y="519286"/>
                  </a:lnTo>
                  <a:lnTo>
                    <a:pt x="77472" y="480171"/>
                  </a:lnTo>
                  <a:lnTo>
                    <a:pt x="35181" y="438548"/>
                  </a:lnTo>
                  <a:lnTo>
                    <a:pt x="8982" y="394785"/>
                  </a:lnTo>
                  <a:lnTo>
                    <a:pt x="2269" y="372216"/>
                  </a:lnTo>
                  <a:lnTo>
                    <a:pt x="0" y="349250"/>
                  </a:lnTo>
                </a:path>
                <a:path w="2133600" h="2095500">
                  <a:moveTo>
                    <a:pt x="0" y="349250"/>
                  </a:moveTo>
                  <a:lnTo>
                    <a:pt x="8982" y="303714"/>
                  </a:lnTo>
                  <a:lnTo>
                    <a:pt x="35181" y="259951"/>
                  </a:lnTo>
                  <a:lnTo>
                    <a:pt x="77472" y="218328"/>
                  </a:lnTo>
                  <a:lnTo>
                    <a:pt x="134730" y="179213"/>
                  </a:lnTo>
                  <a:lnTo>
                    <a:pt x="168620" y="160712"/>
                  </a:lnTo>
                  <a:lnTo>
                    <a:pt x="205830" y="142975"/>
                  </a:lnTo>
                  <a:lnTo>
                    <a:pt x="246219" y="126049"/>
                  </a:lnTo>
                  <a:lnTo>
                    <a:pt x="289648" y="109981"/>
                  </a:lnTo>
                  <a:lnTo>
                    <a:pt x="335975" y="94815"/>
                  </a:lnTo>
                  <a:lnTo>
                    <a:pt x="385059" y="80598"/>
                  </a:lnTo>
                  <a:lnTo>
                    <a:pt x="436761" y="67377"/>
                  </a:lnTo>
                  <a:lnTo>
                    <a:pt x="490939" y="55196"/>
                  </a:lnTo>
                  <a:lnTo>
                    <a:pt x="547454" y="44102"/>
                  </a:lnTo>
                  <a:lnTo>
                    <a:pt x="606164" y="34141"/>
                  </a:lnTo>
                  <a:lnTo>
                    <a:pt x="666929" y="25359"/>
                  </a:lnTo>
                  <a:lnTo>
                    <a:pt x="729608" y="17802"/>
                  </a:lnTo>
                  <a:lnTo>
                    <a:pt x="794061" y="11516"/>
                  </a:lnTo>
                  <a:lnTo>
                    <a:pt x="860147" y="6546"/>
                  </a:lnTo>
                  <a:lnTo>
                    <a:pt x="927726" y="2940"/>
                  </a:lnTo>
                  <a:lnTo>
                    <a:pt x="996657" y="742"/>
                  </a:lnTo>
                  <a:lnTo>
                    <a:pt x="1066800" y="0"/>
                  </a:lnTo>
                  <a:lnTo>
                    <a:pt x="1136939" y="742"/>
                  </a:lnTo>
                  <a:lnTo>
                    <a:pt x="1205868" y="2940"/>
                  </a:lnTo>
                  <a:lnTo>
                    <a:pt x="1273445" y="6546"/>
                  </a:lnTo>
                  <a:lnTo>
                    <a:pt x="1339530" y="11516"/>
                  </a:lnTo>
                  <a:lnTo>
                    <a:pt x="1403981" y="17802"/>
                  </a:lnTo>
                  <a:lnTo>
                    <a:pt x="1466660" y="25359"/>
                  </a:lnTo>
                  <a:lnTo>
                    <a:pt x="1527424" y="34141"/>
                  </a:lnTo>
                  <a:lnTo>
                    <a:pt x="1586134" y="44102"/>
                  </a:lnTo>
                  <a:lnTo>
                    <a:pt x="1642649" y="55196"/>
                  </a:lnTo>
                  <a:lnTo>
                    <a:pt x="1696827" y="67377"/>
                  </a:lnTo>
                  <a:lnTo>
                    <a:pt x="1748529" y="80598"/>
                  </a:lnTo>
                  <a:lnTo>
                    <a:pt x="1797615" y="94815"/>
                  </a:lnTo>
                  <a:lnTo>
                    <a:pt x="1843942" y="109981"/>
                  </a:lnTo>
                  <a:lnTo>
                    <a:pt x="1887371" y="126049"/>
                  </a:lnTo>
                  <a:lnTo>
                    <a:pt x="1927762" y="142975"/>
                  </a:lnTo>
                  <a:lnTo>
                    <a:pt x="1964973" y="160712"/>
                  </a:lnTo>
                  <a:lnTo>
                    <a:pt x="1998864" y="179213"/>
                  </a:lnTo>
                  <a:lnTo>
                    <a:pt x="2056124" y="218328"/>
                  </a:lnTo>
                  <a:lnTo>
                    <a:pt x="2098416" y="259951"/>
                  </a:lnTo>
                  <a:lnTo>
                    <a:pt x="2124616" y="303714"/>
                  </a:lnTo>
                  <a:lnTo>
                    <a:pt x="2133600" y="349250"/>
                  </a:lnTo>
                  <a:lnTo>
                    <a:pt x="2133600" y="1746250"/>
                  </a:lnTo>
                  <a:lnTo>
                    <a:pt x="2124616" y="1791785"/>
                  </a:lnTo>
                  <a:lnTo>
                    <a:pt x="2098416" y="1835548"/>
                  </a:lnTo>
                  <a:lnTo>
                    <a:pt x="2056124" y="1877171"/>
                  </a:lnTo>
                  <a:lnTo>
                    <a:pt x="1998864" y="1916286"/>
                  </a:lnTo>
                  <a:lnTo>
                    <a:pt x="1964973" y="1934787"/>
                  </a:lnTo>
                  <a:lnTo>
                    <a:pt x="1927762" y="1952524"/>
                  </a:lnTo>
                  <a:lnTo>
                    <a:pt x="1887371" y="1969450"/>
                  </a:lnTo>
                  <a:lnTo>
                    <a:pt x="1843942" y="1985518"/>
                  </a:lnTo>
                  <a:lnTo>
                    <a:pt x="1797615" y="2000684"/>
                  </a:lnTo>
                  <a:lnTo>
                    <a:pt x="1748529" y="2014901"/>
                  </a:lnTo>
                  <a:lnTo>
                    <a:pt x="1696827" y="2028122"/>
                  </a:lnTo>
                  <a:lnTo>
                    <a:pt x="1642649" y="2040303"/>
                  </a:lnTo>
                  <a:lnTo>
                    <a:pt x="1586134" y="2051397"/>
                  </a:lnTo>
                  <a:lnTo>
                    <a:pt x="1527424" y="2061358"/>
                  </a:lnTo>
                  <a:lnTo>
                    <a:pt x="1466660" y="2070140"/>
                  </a:lnTo>
                  <a:lnTo>
                    <a:pt x="1403981" y="2077697"/>
                  </a:lnTo>
                  <a:lnTo>
                    <a:pt x="1339530" y="2083983"/>
                  </a:lnTo>
                  <a:lnTo>
                    <a:pt x="1273445" y="2088953"/>
                  </a:lnTo>
                  <a:lnTo>
                    <a:pt x="1205868" y="2092559"/>
                  </a:lnTo>
                  <a:lnTo>
                    <a:pt x="1136939" y="2094757"/>
                  </a:lnTo>
                  <a:lnTo>
                    <a:pt x="1066800" y="2095500"/>
                  </a:lnTo>
                  <a:lnTo>
                    <a:pt x="996657" y="2094757"/>
                  </a:lnTo>
                  <a:lnTo>
                    <a:pt x="927726" y="2092559"/>
                  </a:lnTo>
                  <a:lnTo>
                    <a:pt x="860147" y="2088953"/>
                  </a:lnTo>
                  <a:lnTo>
                    <a:pt x="794061" y="2083983"/>
                  </a:lnTo>
                  <a:lnTo>
                    <a:pt x="729608" y="2077697"/>
                  </a:lnTo>
                  <a:lnTo>
                    <a:pt x="666929" y="2070140"/>
                  </a:lnTo>
                  <a:lnTo>
                    <a:pt x="606164" y="2061358"/>
                  </a:lnTo>
                  <a:lnTo>
                    <a:pt x="547454" y="2051397"/>
                  </a:lnTo>
                  <a:lnTo>
                    <a:pt x="490939" y="2040303"/>
                  </a:lnTo>
                  <a:lnTo>
                    <a:pt x="436761" y="2028122"/>
                  </a:lnTo>
                  <a:lnTo>
                    <a:pt x="385059" y="2014901"/>
                  </a:lnTo>
                  <a:lnTo>
                    <a:pt x="335975" y="2000684"/>
                  </a:lnTo>
                  <a:lnTo>
                    <a:pt x="289648" y="1985518"/>
                  </a:lnTo>
                  <a:lnTo>
                    <a:pt x="246219" y="1969450"/>
                  </a:lnTo>
                  <a:lnTo>
                    <a:pt x="205830" y="1952524"/>
                  </a:lnTo>
                  <a:lnTo>
                    <a:pt x="168620" y="1934787"/>
                  </a:lnTo>
                  <a:lnTo>
                    <a:pt x="134730" y="1916286"/>
                  </a:lnTo>
                  <a:lnTo>
                    <a:pt x="77472" y="1877171"/>
                  </a:lnTo>
                  <a:lnTo>
                    <a:pt x="35181" y="1835548"/>
                  </a:lnTo>
                  <a:lnTo>
                    <a:pt x="8982" y="1791785"/>
                  </a:lnTo>
                  <a:lnTo>
                    <a:pt x="0" y="1746250"/>
                  </a:lnTo>
                  <a:lnTo>
                    <a:pt x="0" y="34925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541007" y="2001011"/>
            <a:ext cx="2159635" cy="2121535"/>
            <a:chOff x="6541007" y="2001011"/>
            <a:chExt cx="2159635" cy="2121535"/>
          </a:xfrm>
        </p:grpSpPr>
        <p:sp>
          <p:nvSpPr>
            <p:cNvPr id="21" name="object 21"/>
            <p:cNvSpPr/>
            <p:nvPr/>
          </p:nvSpPr>
          <p:spPr>
            <a:xfrm>
              <a:off x="6553961" y="2013965"/>
              <a:ext cx="2133600" cy="2095500"/>
            </a:xfrm>
            <a:custGeom>
              <a:avLst/>
              <a:gdLst/>
              <a:ahLst/>
              <a:cxnLst/>
              <a:rect l="l" t="t" r="r" b="b"/>
              <a:pathLst>
                <a:path w="2133600" h="2095500">
                  <a:moveTo>
                    <a:pt x="2133600" y="349250"/>
                  </a:moveTo>
                  <a:lnTo>
                    <a:pt x="2124616" y="394785"/>
                  </a:lnTo>
                  <a:lnTo>
                    <a:pt x="2098416" y="438548"/>
                  </a:lnTo>
                  <a:lnTo>
                    <a:pt x="2056124" y="480171"/>
                  </a:lnTo>
                  <a:lnTo>
                    <a:pt x="1998864" y="519286"/>
                  </a:lnTo>
                  <a:lnTo>
                    <a:pt x="1964973" y="537787"/>
                  </a:lnTo>
                  <a:lnTo>
                    <a:pt x="1927762" y="555524"/>
                  </a:lnTo>
                  <a:lnTo>
                    <a:pt x="1887371" y="572450"/>
                  </a:lnTo>
                  <a:lnTo>
                    <a:pt x="1843942" y="588518"/>
                  </a:lnTo>
                  <a:lnTo>
                    <a:pt x="1797615" y="603684"/>
                  </a:lnTo>
                  <a:lnTo>
                    <a:pt x="1748529" y="617901"/>
                  </a:lnTo>
                  <a:lnTo>
                    <a:pt x="1696827" y="631122"/>
                  </a:lnTo>
                  <a:lnTo>
                    <a:pt x="1642649" y="643303"/>
                  </a:lnTo>
                  <a:lnTo>
                    <a:pt x="1586134" y="654397"/>
                  </a:lnTo>
                  <a:lnTo>
                    <a:pt x="1527424" y="664358"/>
                  </a:lnTo>
                  <a:lnTo>
                    <a:pt x="1466660" y="673140"/>
                  </a:lnTo>
                  <a:lnTo>
                    <a:pt x="1403981" y="680697"/>
                  </a:lnTo>
                  <a:lnTo>
                    <a:pt x="1339530" y="686983"/>
                  </a:lnTo>
                  <a:lnTo>
                    <a:pt x="1273445" y="691953"/>
                  </a:lnTo>
                  <a:lnTo>
                    <a:pt x="1205868" y="695559"/>
                  </a:lnTo>
                  <a:lnTo>
                    <a:pt x="1136939" y="697757"/>
                  </a:lnTo>
                  <a:lnTo>
                    <a:pt x="1066800" y="698500"/>
                  </a:lnTo>
                  <a:lnTo>
                    <a:pt x="996660" y="697757"/>
                  </a:lnTo>
                  <a:lnTo>
                    <a:pt x="927731" y="695559"/>
                  </a:lnTo>
                  <a:lnTo>
                    <a:pt x="860154" y="691953"/>
                  </a:lnTo>
                  <a:lnTo>
                    <a:pt x="794069" y="686983"/>
                  </a:lnTo>
                  <a:lnTo>
                    <a:pt x="729618" y="680697"/>
                  </a:lnTo>
                  <a:lnTo>
                    <a:pt x="666939" y="673140"/>
                  </a:lnTo>
                  <a:lnTo>
                    <a:pt x="606175" y="664358"/>
                  </a:lnTo>
                  <a:lnTo>
                    <a:pt x="547465" y="654397"/>
                  </a:lnTo>
                  <a:lnTo>
                    <a:pt x="490950" y="643303"/>
                  </a:lnTo>
                  <a:lnTo>
                    <a:pt x="436772" y="631122"/>
                  </a:lnTo>
                  <a:lnTo>
                    <a:pt x="385070" y="617901"/>
                  </a:lnTo>
                  <a:lnTo>
                    <a:pt x="335984" y="603684"/>
                  </a:lnTo>
                  <a:lnTo>
                    <a:pt x="289657" y="588518"/>
                  </a:lnTo>
                  <a:lnTo>
                    <a:pt x="246228" y="572450"/>
                  </a:lnTo>
                  <a:lnTo>
                    <a:pt x="205837" y="555524"/>
                  </a:lnTo>
                  <a:lnTo>
                    <a:pt x="168626" y="537787"/>
                  </a:lnTo>
                  <a:lnTo>
                    <a:pt x="134735" y="519286"/>
                  </a:lnTo>
                  <a:lnTo>
                    <a:pt x="77475" y="480171"/>
                  </a:lnTo>
                  <a:lnTo>
                    <a:pt x="35183" y="438548"/>
                  </a:lnTo>
                  <a:lnTo>
                    <a:pt x="8983" y="394785"/>
                  </a:lnTo>
                  <a:lnTo>
                    <a:pt x="2269" y="372216"/>
                  </a:lnTo>
                  <a:lnTo>
                    <a:pt x="0" y="349250"/>
                  </a:lnTo>
                </a:path>
                <a:path w="2133600" h="2095500">
                  <a:moveTo>
                    <a:pt x="0" y="349250"/>
                  </a:moveTo>
                  <a:lnTo>
                    <a:pt x="8983" y="303714"/>
                  </a:lnTo>
                  <a:lnTo>
                    <a:pt x="35183" y="259951"/>
                  </a:lnTo>
                  <a:lnTo>
                    <a:pt x="77475" y="218328"/>
                  </a:lnTo>
                  <a:lnTo>
                    <a:pt x="134735" y="179213"/>
                  </a:lnTo>
                  <a:lnTo>
                    <a:pt x="168626" y="160712"/>
                  </a:lnTo>
                  <a:lnTo>
                    <a:pt x="205837" y="142975"/>
                  </a:lnTo>
                  <a:lnTo>
                    <a:pt x="246228" y="126049"/>
                  </a:lnTo>
                  <a:lnTo>
                    <a:pt x="289657" y="109981"/>
                  </a:lnTo>
                  <a:lnTo>
                    <a:pt x="335984" y="94815"/>
                  </a:lnTo>
                  <a:lnTo>
                    <a:pt x="385070" y="80598"/>
                  </a:lnTo>
                  <a:lnTo>
                    <a:pt x="436772" y="67377"/>
                  </a:lnTo>
                  <a:lnTo>
                    <a:pt x="490950" y="55196"/>
                  </a:lnTo>
                  <a:lnTo>
                    <a:pt x="547465" y="44102"/>
                  </a:lnTo>
                  <a:lnTo>
                    <a:pt x="606175" y="34141"/>
                  </a:lnTo>
                  <a:lnTo>
                    <a:pt x="666939" y="25359"/>
                  </a:lnTo>
                  <a:lnTo>
                    <a:pt x="729618" y="17802"/>
                  </a:lnTo>
                  <a:lnTo>
                    <a:pt x="794069" y="11516"/>
                  </a:lnTo>
                  <a:lnTo>
                    <a:pt x="860154" y="6546"/>
                  </a:lnTo>
                  <a:lnTo>
                    <a:pt x="927731" y="2940"/>
                  </a:lnTo>
                  <a:lnTo>
                    <a:pt x="996660" y="742"/>
                  </a:lnTo>
                  <a:lnTo>
                    <a:pt x="1066800" y="0"/>
                  </a:lnTo>
                  <a:lnTo>
                    <a:pt x="1136939" y="742"/>
                  </a:lnTo>
                  <a:lnTo>
                    <a:pt x="1205868" y="2940"/>
                  </a:lnTo>
                  <a:lnTo>
                    <a:pt x="1273445" y="6546"/>
                  </a:lnTo>
                  <a:lnTo>
                    <a:pt x="1339530" y="11516"/>
                  </a:lnTo>
                  <a:lnTo>
                    <a:pt x="1403981" y="17802"/>
                  </a:lnTo>
                  <a:lnTo>
                    <a:pt x="1466660" y="25359"/>
                  </a:lnTo>
                  <a:lnTo>
                    <a:pt x="1527424" y="34141"/>
                  </a:lnTo>
                  <a:lnTo>
                    <a:pt x="1586134" y="44102"/>
                  </a:lnTo>
                  <a:lnTo>
                    <a:pt x="1642649" y="55196"/>
                  </a:lnTo>
                  <a:lnTo>
                    <a:pt x="1696827" y="67377"/>
                  </a:lnTo>
                  <a:lnTo>
                    <a:pt x="1748529" y="80598"/>
                  </a:lnTo>
                  <a:lnTo>
                    <a:pt x="1797615" y="94815"/>
                  </a:lnTo>
                  <a:lnTo>
                    <a:pt x="1843942" y="109981"/>
                  </a:lnTo>
                  <a:lnTo>
                    <a:pt x="1887371" y="126049"/>
                  </a:lnTo>
                  <a:lnTo>
                    <a:pt x="1927762" y="142975"/>
                  </a:lnTo>
                  <a:lnTo>
                    <a:pt x="1964973" y="160712"/>
                  </a:lnTo>
                  <a:lnTo>
                    <a:pt x="1998864" y="179213"/>
                  </a:lnTo>
                  <a:lnTo>
                    <a:pt x="2056124" y="218328"/>
                  </a:lnTo>
                  <a:lnTo>
                    <a:pt x="2098416" y="259951"/>
                  </a:lnTo>
                  <a:lnTo>
                    <a:pt x="2124616" y="303714"/>
                  </a:lnTo>
                  <a:lnTo>
                    <a:pt x="2133600" y="349250"/>
                  </a:lnTo>
                  <a:lnTo>
                    <a:pt x="2133600" y="1746250"/>
                  </a:lnTo>
                  <a:lnTo>
                    <a:pt x="2124616" y="1791785"/>
                  </a:lnTo>
                  <a:lnTo>
                    <a:pt x="2098416" y="1835548"/>
                  </a:lnTo>
                  <a:lnTo>
                    <a:pt x="2056124" y="1877171"/>
                  </a:lnTo>
                  <a:lnTo>
                    <a:pt x="1998864" y="1916286"/>
                  </a:lnTo>
                  <a:lnTo>
                    <a:pt x="1964973" y="1934787"/>
                  </a:lnTo>
                  <a:lnTo>
                    <a:pt x="1927762" y="1952524"/>
                  </a:lnTo>
                  <a:lnTo>
                    <a:pt x="1887371" y="1969450"/>
                  </a:lnTo>
                  <a:lnTo>
                    <a:pt x="1843942" y="1985518"/>
                  </a:lnTo>
                  <a:lnTo>
                    <a:pt x="1797615" y="2000684"/>
                  </a:lnTo>
                  <a:lnTo>
                    <a:pt x="1748529" y="2014901"/>
                  </a:lnTo>
                  <a:lnTo>
                    <a:pt x="1696827" y="2028122"/>
                  </a:lnTo>
                  <a:lnTo>
                    <a:pt x="1642649" y="2040303"/>
                  </a:lnTo>
                  <a:lnTo>
                    <a:pt x="1586134" y="2051397"/>
                  </a:lnTo>
                  <a:lnTo>
                    <a:pt x="1527424" y="2061358"/>
                  </a:lnTo>
                  <a:lnTo>
                    <a:pt x="1466660" y="2070140"/>
                  </a:lnTo>
                  <a:lnTo>
                    <a:pt x="1403981" y="2077697"/>
                  </a:lnTo>
                  <a:lnTo>
                    <a:pt x="1339530" y="2083983"/>
                  </a:lnTo>
                  <a:lnTo>
                    <a:pt x="1273445" y="2088953"/>
                  </a:lnTo>
                  <a:lnTo>
                    <a:pt x="1205868" y="2092559"/>
                  </a:lnTo>
                  <a:lnTo>
                    <a:pt x="1136939" y="2094757"/>
                  </a:lnTo>
                  <a:lnTo>
                    <a:pt x="1066800" y="2095500"/>
                  </a:lnTo>
                  <a:lnTo>
                    <a:pt x="996660" y="2094757"/>
                  </a:lnTo>
                  <a:lnTo>
                    <a:pt x="927731" y="2092559"/>
                  </a:lnTo>
                  <a:lnTo>
                    <a:pt x="860154" y="2088953"/>
                  </a:lnTo>
                  <a:lnTo>
                    <a:pt x="794069" y="2083983"/>
                  </a:lnTo>
                  <a:lnTo>
                    <a:pt x="729618" y="2077697"/>
                  </a:lnTo>
                  <a:lnTo>
                    <a:pt x="666939" y="2070140"/>
                  </a:lnTo>
                  <a:lnTo>
                    <a:pt x="606175" y="2061358"/>
                  </a:lnTo>
                  <a:lnTo>
                    <a:pt x="547465" y="2051397"/>
                  </a:lnTo>
                  <a:lnTo>
                    <a:pt x="490950" y="2040303"/>
                  </a:lnTo>
                  <a:lnTo>
                    <a:pt x="436772" y="2028122"/>
                  </a:lnTo>
                  <a:lnTo>
                    <a:pt x="385070" y="2014901"/>
                  </a:lnTo>
                  <a:lnTo>
                    <a:pt x="335984" y="2000684"/>
                  </a:lnTo>
                  <a:lnTo>
                    <a:pt x="289657" y="1985518"/>
                  </a:lnTo>
                  <a:lnTo>
                    <a:pt x="246228" y="1969450"/>
                  </a:lnTo>
                  <a:lnTo>
                    <a:pt x="205837" y="1952524"/>
                  </a:lnTo>
                  <a:lnTo>
                    <a:pt x="168626" y="1934787"/>
                  </a:lnTo>
                  <a:lnTo>
                    <a:pt x="134735" y="1916286"/>
                  </a:lnTo>
                  <a:lnTo>
                    <a:pt x="77475" y="1877171"/>
                  </a:lnTo>
                  <a:lnTo>
                    <a:pt x="35183" y="1835548"/>
                  </a:lnTo>
                  <a:lnTo>
                    <a:pt x="8983" y="1791785"/>
                  </a:lnTo>
                  <a:lnTo>
                    <a:pt x="0" y="1746250"/>
                  </a:lnTo>
                  <a:lnTo>
                    <a:pt x="0" y="34925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 descr="RBI Logo PNG VECTOR - FREE Vector Design - Cdr, Ai, EPS, PNG, SV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76643" y="2773679"/>
              <a:ext cx="1833372" cy="11049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170426" y="976071"/>
            <a:ext cx="9925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PERSON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05861" y="2866644"/>
            <a:ext cx="1152525" cy="132715"/>
          </a:xfrm>
          <a:custGeom>
            <a:avLst/>
            <a:gdLst/>
            <a:ahLst/>
            <a:cxnLst/>
            <a:rect l="l" t="t" r="r" b="b"/>
            <a:pathLst>
              <a:path w="1152525" h="132714">
                <a:moveTo>
                  <a:pt x="132587" y="0"/>
                </a:moveTo>
                <a:lnTo>
                  <a:pt x="0" y="66293"/>
                </a:lnTo>
                <a:lnTo>
                  <a:pt x="132587" y="132587"/>
                </a:lnTo>
                <a:lnTo>
                  <a:pt x="132587" y="88391"/>
                </a:lnTo>
                <a:lnTo>
                  <a:pt x="110489" y="88391"/>
                </a:lnTo>
                <a:lnTo>
                  <a:pt x="110489" y="44195"/>
                </a:lnTo>
                <a:lnTo>
                  <a:pt x="132587" y="44195"/>
                </a:lnTo>
                <a:lnTo>
                  <a:pt x="132587" y="0"/>
                </a:lnTo>
                <a:close/>
              </a:path>
              <a:path w="1152525" h="132714">
                <a:moveTo>
                  <a:pt x="132587" y="44195"/>
                </a:moveTo>
                <a:lnTo>
                  <a:pt x="110489" y="44195"/>
                </a:lnTo>
                <a:lnTo>
                  <a:pt x="110489" y="88391"/>
                </a:lnTo>
                <a:lnTo>
                  <a:pt x="132587" y="88391"/>
                </a:lnTo>
                <a:lnTo>
                  <a:pt x="132587" y="44195"/>
                </a:lnTo>
                <a:close/>
              </a:path>
              <a:path w="1152525" h="132714">
                <a:moveTo>
                  <a:pt x="1152525" y="44195"/>
                </a:moveTo>
                <a:lnTo>
                  <a:pt x="132587" y="44195"/>
                </a:lnTo>
                <a:lnTo>
                  <a:pt x="132587" y="88391"/>
                </a:lnTo>
                <a:lnTo>
                  <a:pt x="1152525" y="88391"/>
                </a:lnTo>
                <a:lnTo>
                  <a:pt x="1152525" y="44195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3264" y="6053429"/>
            <a:ext cx="17526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 M R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42" y="13004"/>
            <a:ext cx="780470" cy="70551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5185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Major</a:t>
            </a:r>
            <a:r>
              <a:rPr sz="4200" spc="-135" dirty="0"/>
              <a:t> </a:t>
            </a:r>
            <a:r>
              <a:rPr sz="4200" spc="-35" dirty="0"/>
              <a:t>Tasks</a:t>
            </a:r>
            <a:r>
              <a:rPr sz="4200" spc="-125" dirty="0"/>
              <a:t> </a:t>
            </a:r>
            <a:r>
              <a:rPr sz="4200" dirty="0"/>
              <a:t>in</a:t>
            </a:r>
            <a:r>
              <a:rPr sz="4200" spc="-125" dirty="0"/>
              <a:t> </a:t>
            </a:r>
            <a:r>
              <a:rPr sz="4200" dirty="0"/>
              <a:t>Data</a:t>
            </a:r>
            <a:r>
              <a:rPr sz="4200" spc="-125" dirty="0"/>
              <a:t> </a:t>
            </a:r>
            <a:r>
              <a:rPr sz="4200" spc="-10" dirty="0"/>
              <a:t>Preprocessing</a:t>
            </a:r>
            <a:endParaRPr sz="4200"/>
          </a:p>
        </p:txBody>
      </p:sp>
      <p:sp>
        <p:nvSpPr>
          <p:cNvPr id="5" name="object 5"/>
          <p:cNvSpPr txBox="1"/>
          <p:nvPr/>
        </p:nvSpPr>
        <p:spPr>
          <a:xfrm>
            <a:off x="535940" y="1805127"/>
            <a:ext cx="3317875" cy="3831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indent="-60960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622300" algn="l"/>
              </a:tabLst>
            </a:pP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3200" spc="-1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Cleaning</a:t>
            </a:r>
            <a:endParaRPr sz="32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spcBef>
                <a:spcPts val="2690"/>
              </a:spcBef>
              <a:buAutoNum type="arabicPeriod"/>
              <a:tabLst>
                <a:tab pos="622300" algn="l"/>
              </a:tabLst>
            </a:pPr>
            <a:r>
              <a:rPr sz="3200" dirty="0">
                <a:latin typeface="Calibri"/>
                <a:cs typeface="Calibri"/>
              </a:rPr>
              <a:t>Data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Integration</a:t>
            </a:r>
            <a:endParaRPr sz="32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spcBef>
                <a:spcPts val="2690"/>
              </a:spcBef>
              <a:buAutoNum type="arabicPeriod"/>
              <a:tabLst>
                <a:tab pos="622300" algn="l"/>
              </a:tabLst>
            </a:pP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3200" spc="-1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Selection</a:t>
            </a:r>
            <a:endParaRPr sz="32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spcBef>
                <a:spcPts val="2690"/>
              </a:spcBef>
              <a:buAutoNum type="arabicPeriod"/>
              <a:tabLst>
                <a:tab pos="622300" algn="l"/>
              </a:tabLst>
            </a:pPr>
            <a:r>
              <a:rPr sz="3200" dirty="0">
                <a:latin typeface="Calibri"/>
                <a:cs typeface="Calibri"/>
              </a:rPr>
              <a:t>Data</a:t>
            </a:r>
            <a:r>
              <a:rPr sz="3200" spc="-1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Reduction</a:t>
            </a:r>
            <a:endParaRPr sz="3200">
              <a:latin typeface="Calibri"/>
              <a:cs typeface="Calibri"/>
            </a:endParaRPr>
          </a:p>
          <a:p>
            <a:pPr marL="622300" indent="-609600">
              <a:lnSpc>
                <a:spcPct val="100000"/>
              </a:lnSpc>
              <a:spcBef>
                <a:spcPts val="2690"/>
              </a:spcBef>
              <a:buAutoNum type="arabicPeriod"/>
              <a:tabLst>
                <a:tab pos="622300" algn="l"/>
              </a:tabLst>
            </a:pP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3200" spc="-1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Mining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27211" y="6427114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7466" rIns="0" bIns="0" rtlCol="0">
            <a:spAutoFit/>
          </a:bodyPr>
          <a:lstStyle/>
          <a:p>
            <a:pPr marL="1597660">
              <a:lnSpc>
                <a:spcPct val="100000"/>
              </a:lnSpc>
              <a:spcBef>
                <a:spcPts val="105"/>
              </a:spcBef>
            </a:pPr>
            <a:r>
              <a:rPr sz="5000" spc="-215" dirty="0"/>
              <a:t>DATA</a:t>
            </a:r>
            <a:r>
              <a:rPr sz="5000" spc="-60" dirty="0"/>
              <a:t> </a:t>
            </a:r>
            <a:r>
              <a:rPr sz="5000" spc="-10" dirty="0"/>
              <a:t>CLEANING</a:t>
            </a:r>
            <a:endParaRPr sz="5000"/>
          </a:p>
        </p:txBody>
      </p:sp>
      <p:sp>
        <p:nvSpPr>
          <p:cNvPr id="4" name="object 4"/>
          <p:cNvSpPr txBox="1"/>
          <p:nvPr/>
        </p:nvSpPr>
        <p:spPr>
          <a:xfrm>
            <a:off x="8843264" y="6090867"/>
            <a:ext cx="17526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9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M 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2356"/>
            <a:ext cx="7386955" cy="4507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indent="-342265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145" dirty="0">
                <a:latin typeface="Calibri"/>
                <a:cs typeface="Calibri"/>
              </a:rPr>
              <a:t>DATA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AVAILABLE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REAL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WORLD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IN 	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FORM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DIRTY.</a:t>
            </a:r>
            <a:endParaRPr sz="3200">
              <a:latin typeface="Calibri"/>
              <a:cs typeface="Calibri"/>
            </a:endParaRPr>
          </a:p>
          <a:p>
            <a:pPr marL="354330" indent="-342265">
              <a:lnSpc>
                <a:spcPct val="100000"/>
              </a:lnSpc>
              <a:spcBef>
                <a:spcPts val="2690"/>
              </a:spcBef>
              <a:buFont typeface="Arial MT"/>
              <a:buChar char="•"/>
              <a:tabLst>
                <a:tab pos="354330" algn="l"/>
                <a:tab pos="469900" algn="l"/>
              </a:tabLst>
            </a:pPr>
            <a:r>
              <a:rPr sz="3200" b="1" dirty="0">
                <a:solidFill>
                  <a:srgbClr val="6F2F9F"/>
                </a:solidFill>
                <a:latin typeface="Calibri"/>
                <a:cs typeface="Calibri"/>
              </a:rPr>
              <a:t>DIRTY</a:t>
            </a:r>
            <a:r>
              <a:rPr sz="32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6F2F9F"/>
                </a:solidFill>
                <a:latin typeface="Calibri"/>
                <a:cs typeface="Calibri"/>
              </a:rPr>
              <a:t>MEANS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45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INCOMPLETE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35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b="1" spc="-10" dirty="0">
                <a:solidFill>
                  <a:srgbClr val="00AFEF"/>
                </a:solidFill>
                <a:latin typeface="Calibri"/>
                <a:cs typeface="Calibri"/>
              </a:rPr>
              <a:t>NOISY</a:t>
            </a:r>
            <a:endParaRPr sz="28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35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b="1" spc="-10" dirty="0">
                <a:solidFill>
                  <a:srgbClr val="C00000"/>
                </a:solidFill>
                <a:latin typeface="Calibri"/>
                <a:cs typeface="Calibri"/>
              </a:rPr>
              <a:t>INCONSISTENT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140" y="1439417"/>
            <a:ext cx="41021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001F5F"/>
                </a:solidFill>
                <a:latin typeface="Calibri"/>
                <a:cs typeface="Calibri"/>
              </a:rPr>
              <a:t>INCOMPLETE</a:t>
            </a:r>
            <a:r>
              <a:rPr sz="4000" b="1" spc="8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4000" b="1" spc="-160" dirty="0">
                <a:solidFill>
                  <a:srgbClr val="001F5F"/>
                </a:solidFill>
                <a:latin typeface="Calibri"/>
                <a:cs typeface="Calibri"/>
              </a:rPr>
              <a:t>DATA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2784729"/>
            <a:ext cx="8367395" cy="18916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600" b="1" dirty="0">
                <a:solidFill>
                  <a:srgbClr val="0000FF"/>
                </a:solidFill>
                <a:latin typeface="Calibri"/>
                <a:cs typeface="Calibri"/>
              </a:rPr>
              <a:t>MISSING</a:t>
            </a:r>
            <a:r>
              <a:rPr sz="26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00FF"/>
                </a:solidFill>
                <a:latin typeface="Calibri"/>
                <a:cs typeface="Calibri"/>
              </a:rPr>
              <a:t>THE</a:t>
            </a:r>
            <a:r>
              <a:rPr sz="2600" b="1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00FF"/>
                </a:solidFill>
                <a:latin typeface="Calibri"/>
                <a:cs typeface="Calibri"/>
              </a:rPr>
              <a:t>ATTRIBUTE</a:t>
            </a:r>
            <a:r>
              <a:rPr sz="2600" b="1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0000FF"/>
                </a:solidFill>
                <a:latin typeface="Calibri"/>
                <a:cs typeface="Calibri"/>
              </a:rPr>
              <a:t>VALUES</a:t>
            </a:r>
            <a:r>
              <a:rPr sz="2600" b="1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00FF"/>
                </a:solidFill>
                <a:latin typeface="Calibri"/>
                <a:cs typeface="Calibri"/>
              </a:rPr>
              <a:t>WHICH</a:t>
            </a:r>
            <a:r>
              <a:rPr sz="2600" b="1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00FF"/>
                </a:solidFill>
                <a:latin typeface="Calibri"/>
                <a:cs typeface="Calibri"/>
              </a:rPr>
              <a:t>ARE</a:t>
            </a:r>
            <a:r>
              <a:rPr sz="26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00FF"/>
                </a:solidFill>
                <a:latin typeface="Calibri"/>
                <a:cs typeface="Calibri"/>
              </a:rPr>
              <a:t>INTERESTED.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600">
              <a:latin typeface="Calibri"/>
              <a:cs typeface="Calibri"/>
            </a:endParaRPr>
          </a:p>
          <a:p>
            <a:pPr marL="962025" marR="1577340">
              <a:lnSpc>
                <a:spcPct val="150000"/>
              </a:lnSpc>
            </a:pPr>
            <a:r>
              <a:rPr sz="2200" dirty="0">
                <a:latin typeface="Arial MT"/>
                <a:cs typeface="Arial MT"/>
              </a:rPr>
              <a:t>Ex: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would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like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know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b="1" spc="-20" dirty="0">
                <a:solidFill>
                  <a:srgbClr val="00AF50"/>
                </a:solidFill>
                <a:latin typeface="Arial"/>
                <a:cs typeface="Arial"/>
              </a:rPr>
              <a:t>PASS</a:t>
            </a:r>
            <a:r>
              <a:rPr sz="2200" b="1" spc="-5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AF50"/>
                </a:solidFill>
                <a:latin typeface="Arial"/>
                <a:cs typeface="Arial"/>
              </a:rPr>
              <a:t>GRADE</a:t>
            </a:r>
            <a:r>
              <a:rPr sz="2200" b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a </a:t>
            </a:r>
            <a:r>
              <a:rPr sz="2200" dirty="0">
                <a:latin typeface="Arial MT"/>
                <a:cs typeface="Arial MT"/>
              </a:rPr>
              <a:t>student.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But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no</a:t>
            </a:r>
            <a:r>
              <a:rPr sz="22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Marks</a:t>
            </a:r>
            <a:r>
              <a:rPr sz="22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available.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88663" y="989075"/>
            <a:ext cx="4779645" cy="1447800"/>
          </a:xfrm>
          <a:custGeom>
            <a:avLst/>
            <a:gdLst/>
            <a:ahLst/>
            <a:cxnLst/>
            <a:rect l="l" t="t" r="r" b="b"/>
            <a:pathLst>
              <a:path w="4779645" h="1447800">
                <a:moveTo>
                  <a:pt x="283337" y="241300"/>
                </a:moveTo>
                <a:lnTo>
                  <a:pt x="288241" y="192682"/>
                </a:lnTo>
                <a:lnTo>
                  <a:pt x="302305" y="147393"/>
                </a:lnTo>
                <a:lnTo>
                  <a:pt x="324558" y="106405"/>
                </a:lnTo>
                <a:lnTo>
                  <a:pt x="354028" y="70691"/>
                </a:lnTo>
                <a:lnTo>
                  <a:pt x="389742" y="41221"/>
                </a:lnTo>
                <a:lnTo>
                  <a:pt x="430730" y="18968"/>
                </a:lnTo>
                <a:lnTo>
                  <a:pt x="476019" y="4904"/>
                </a:lnTo>
                <a:lnTo>
                  <a:pt x="524637" y="0"/>
                </a:lnTo>
                <a:lnTo>
                  <a:pt x="1032637" y="0"/>
                </a:lnTo>
                <a:lnTo>
                  <a:pt x="2156587" y="0"/>
                </a:lnTo>
                <a:lnTo>
                  <a:pt x="4537837" y="0"/>
                </a:lnTo>
                <a:lnTo>
                  <a:pt x="4586454" y="4904"/>
                </a:lnTo>
                <a:lnTo>
                  <a:pt x="4631743" y="18968"/>
                </a:lnTo>
                <a:lnTo>
                  <a:pt x="4672731" y="41221"/>
                </a:lnTo>
                <a:lnTo>
                  <a:pt x="4708445" y="70691"/>
                </a:lnTo>
                <a:lnTo>
                  <a:pt x="4737915" y="106405"/>
                </a:lnTo>
                <a:lnTo>
                  <a:pt x="4760168" y="147393"/>
                </a:lnTo>
                <a:lnTo>
                  <a:pt x="4774232" y="192682"/>
                </a:lnTo>
                <a:lnTo>
                  <a:pt x="4779137" y="241300"/>
                </a:lnTo>
                <a:lnTo>
                  <a:pt x="4779137" y="603250"/>
                </a:lnTo>
                <a:lnTo>
                  <a:pt x="4779137" y="1206500"/>
                </a:lnTo>
                <a:lnTo>
                  <a:pt x="4774232" y="1255117"/>
                </a:lnTo>
                <a:lnTo>
                  <a:pt x="4760168" y="1300406"/>
                </a:lnTo>
                <a:lnTo>
                  <a:pt x="4737915" y="1341394"/>
                </a:lnTo>
                <a:lnTo>
                  <a:pt x="4708445" y="1377108"/>
                </a:lnTo>
                <a:lnTo>
                  <a:pt x="4672731" y="1406578"/>
                </a:lnTo>
                <a:lnTo>
                  <a:pt x="4631743" y="1428831"/>
                </a:lnTo>
                <a:lnTo>
                  <a:pt x="4586454" y="1442895"/>
                </a:lnTo>
                <a:lnTo>
                  <a:pt x="4537837" y="1447800"/>
                </a:lnTo>
                <a:lnTo>
                  <a:pt x="2156587" y="1447800"/>
                </a:lnTo>
                <a:lnTo>
                  <a:pt x="1032637" y="1447800"/>
                </a:lnTo>
                <a:lnTo>
                  <a:pt x="524637" y="1447800"/>
                </a:lnTo>
                <a:lnTo>
                  <a:pt x="476019" y="1442895"/>
                </a:lnTo>
                <a:lnTo>
                  <a:pt x="430730" y="1428831"/>
                </a:lnTo>
                <a:lnTo>
                  <a:pt x="389742" y="1406578"/>
                </a:lnTo>
                <a:lnTo>
                  <a:pt x="354028" y="1377108"/>
                </a:lnTo>
                <a:lnTo>
                  <a:pt x="324558" y="1341394"/>
                </a:lnTo>
                <a:lnTo>
                  <a:pt x="302305" y="1300406"/>
                </a:lnTo>
                <a:lnTo>
                  <a:pt x="288241" y="1255117"/>
                </a:lnTo>
                <a:lnTo>
                  <a:pt x="283337" y="1206500"/>
                </a:lnTo>
                <a:lnTo>
                  <a:pt x="283337" y="603250"/>
                </a:lnTo>
                <a:lnTo>
                  <a:pt x="0" y="707771"/>
                </a:lnTo>
                <a:lnTo>
                  <a:pt x="283337" y="241300"/>
                </a:lnTo>
                <a:close/>
              </a:path>
            </a:pathLst>
          </a:custGeom>
          <a:ln w="12192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22367" y="999490"/>
            <a:ext cx="3783329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6385" algn="l"/>
              </a:tabLst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lacking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certain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attributes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interest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Font typeface="Arial MT"/>
              <a:buChar char="•"/>
              <a:tabLst>
                <a:tab pos="286385" algn="l"/>
              </a:tabLst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containing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only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aggregate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Font typeface="Arial MT"/>
              <a:buChar char="•"/>
              <a:tabLst>
                <a:tab pos="286385" algn="l"/>
              </a:tabLst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“Not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applicable”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values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Font typeface="Arial MT"/>
              <a:buChar char="•"/>
              <a:tabLst>
                <a:tab pos="286385" algn="l"/>
              </a:tabLst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gap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buFont typeface="Arial MT"/>
              <a:buChar char="•"/>
              <a:tabLst>
                <a:tab pos="286385" algn="l"/>
              </a:tabLst>
            </a:pP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Human/hardware/software</a:t>
            </a:r>
            <a:r>
              <a:rPr sz="18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problems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43264" y="6090867"/>
            <a:ext cx="17526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9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M 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45844" y="619124"/>
            <a:ext cx="25419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NOISY</a:t>
            </a:r>
            <a:r>
              <a:rPr spc="-85" dirty="0"/>
              <a:t> </a:t>
            </a:r>
            <a:r>
              <a:rPr spc="-175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48993"/>
            <a:ext cx="7740015" cy="2273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spc="-25" dirty="0">
                <a:latin typeface="Calibri"/>
                <a:cs typeface="Calibri"/>
              </a:rPr>
              <a:t>CONTAINING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ERRORS</a:t>
            </a:r>
            <a:r>
              <a:rPr sz="26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OUTLIERS.</a:t>
            </a:r>
            <a:endParaRPr sz="2600">
              <a:latin typeface="Calibri"/>
              <a:cs typeface="Calibri"/>
            </a:endParaRPr>
          </a:p>
          <a:p>
            <a:pPr marL="355600" marR="5080" indent="-343535">
              <a:lnSpc>
                <a:spcPct val="15000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sz="2600" b="1" dirty="0">
                <a:solidFill>
                  <a:srgbClr val="6F2F9F"/>
                </a:solidFill>
                <a:latin typeface="Calibri"/>
                <a:cs typeface="Calibri"/>
              </a:rPr>
              <a:t>Expecting</a:t>
            </a:r>
            <a:r>
              <a:rPr sz="26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6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6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6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6F2F9F"/>
                </a:solidFill>
                <a:latin typeface="Calibri"/>
                <a:cs typeface="Calibri"/>
              </a:rPr>
              <a:t>one</a:t>
            </a:r>
            <a:r>
              <a:rPr sz="26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6F2F9F"/>
                </a:solidFill>
                <a:latin typeface="Calibri"/>
                <a:cs typeface="Calibri"/>
              </a:rPr>
              <a:t>format</a:t>
            </a:r>
            <a:r>
              <a:rPr sz="26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6F2F9F"/>
                </a:solidFill>
                <a:latin typeface="Calibri"/>
                <a:cs typeface="Calibri"/>
              </a:rPr>
              <a:t>but</a:t>
            </a:r>
            <a:r>
              <a:rPr sz="26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6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6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6F2F9F"/>
                </a:solidFill>
                <a:latin typeface="Calibri"/>
                <a:cs typeface="Calibri"/>
              </a:rPr>
              <a:t>real</a:t>
            </a:r>
            <a:r>
              <a:rPr sz="26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6F2F9F"/>
                </a:solidFill>
                <a:latin typeface="Calibri"/>
                <a:cs typeface="Calibri"/>
              </a:rPr>
              <a:t>world existed</a:t>
            </a:r>
            <a:r>
              <a:rPr sz="26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6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6F2F9F"/>
                </a:solidFill>
                <a:latin typeface="Calibri"/>
                <a:cs typeface="Calibri"/>
              </a:rPr>
              <a:t>another</a:t>
            </a:r>
            <a:r>
              <a:rPr sz="26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6F2F9F"/>
                </a:solidFill>
                <a:latin typeface="Calibri"/>
                <a:cs typeface="Calibri"/>
              </a:rPr>
              <a:t>format.</a:t>
            </a:r>
            <a:endParaRPr sz="2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950"/>
              </a:spcBef>
            </a:pPr>
            <a:r>
              <a:rPr sz="2200" dirty="0">
                <a:latin typeface="Arial MT"/>
                <a:cs typeface="Arial MT"/>
              </a:rPr>
              <a:t>–</a:t>
            </a:r>
            <a:r>
              <a:rPr sz="2200" spc="330" dirty="0">
                <a:latin typeface="Arial MT"/>
                <a:cs typeface="Arial MT"/>
              </a:rPr>
              <a:t> </a:t>
            </a:r>
            <a:r>
              <a:rPr sz="2200" dirty="0">
                <a:latin typeface="Calibri"/>
                <a:cs typeface="Calibri"/>
              </a:rPr>
              <a:t>Ex: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Marks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available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PERCENTAGE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rather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CGPA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52901" y="396240"/>
            <a:ext cx="5339080" cy="974090"/>
          </a:xfrm>
          <a:custGeom>
            <a:avLst/>
            <a:gdLst/>
            <a:ahLst/>
            <a:cxnLst/>
            <a:rect l="l" t="t" r="r" b="b"/>
            <a:pathLst>
              <a:path w="5339080" h="974090">
                <a:moveTo>
                  <a:pt x="919099" y="162306"/>
                </a:moveTo>
                <a:lnTo>
                  <a:pt x="924895" y="119150"/>
                </a:lnTo>
                <a:lnTo>
                  <a:pt x="941253" y="80376"/>
                </a:lnTo>
                <a:lnTo>
                  <a:pt x="966628" y="47529"/>
                </a:lnTo>
                <a:lnTo>
                  <a:pt x="999475" y="22154"/>
                </a:lnTo>
                <a:lnTo>
                  <a:pt x="1038249" y="5796"/>
                </a:lnTo>
                <a:lnTo>
                  <a:pt x="1081404" y="0"/>
                </a:lnTo>
                <a:lnTo>
                  <a:pt x="1655699" y="0"/>
                </a:lnTo>
                <a:lnTo>
                  <a:pt x="2760599" y="0"/>
                </a:lnTo>
                <a:lnTo>
                  <a:pt x="5176393" y="0"/>
                </a:lnTo>
                <a:lnTo>
                  <a:pt x="5219548" y="5796"/>
                </a:lnTo>
                <a:lnTo>
                  <a:pt x="5258322" y="22154"/>
                </a:lnTo>
                <a:lnTo>
                  <a:pt x="5291169" y="47529"/>
                </a:lnTo>
                <a:lnTo>
                  <a:pt x="5316544" y="80376"/>
                </a:lnTo>
                <a:lnTo>
                  <a:pt x="5332902" y="119150"/>
                </a:lnTo>
                <a:lnTo>
                  <a:pt x="5338699" y="162306"/>
                </a:lnTo>
                <a:lnTo>
                  <a:pt x="5338699" y="405764"/>
                </a:lnTo>
                <a:lnTo>
                  <a:pt x="5338699" y="811530"/>
                </a:lnTo>
                <a:lnTo>
                  <a:pt x="5332902" y="854685"/>
                </a:lnTo>
                <a:lnTo>
                  <a:pt x="5316544" y="893459"/>
                </a:lnTo>
                <a:lnTo>
                  <a:pt x="5291169" y="926306"/>
                </a:lnTo>
                <a:lnTo>
                  <a:pt x="5258322" y="951681"/>
                </a:lnTo>
                <a:lnTo>
                  <a:pt x="5219548" y="968039"/>
                </a:lnTo>
                <a:lnTo>
                  <a:pt x="5176393" y="973836"/>
                </a:lnTo>
                <a:lnTo>
                  <a:pt x="2760599" y="973836"/>
                </a:lnTo>
                <a:lnTo>
                  <a:pt x="1655699" y="973836"/>
                </a:lnTo>
                <a:lnTo>
                  <a:pt x="1081404" y="973836"/>
                </a:lnTo>
                <a:lnTo>
                  <a:pt x="1038249" y="968039"/>
                </a:lnTo>
                <a:lnTo>
                  <a:pt x="999475" y="951681"/>
                </a:lnTo>
                <a:lnTo>
                  <a:pt x="966628" y="926306"/>
                </a:lnTo>
                <a:lnTo>
                  <a:pt x="941253" y="893459"/>
                </a:lnTo>
                <a:lnTo>
                  <a:pt x="924895" y="854685"/>
                </a:lnTo>
                <a:lnTo>
                  <a:pt x="919099" y="811530"/>
                </a:lnTo>
                <a:lnTo>
                  <a:pt x="919099" y="405764"/>
                </a:lnTo>
                <a:lnTo>
                  <a:pt x="0" y="456946"/>
                </a:lnTo>
                <a:lnTo>
                  <a:pt x="919099" y="162306"/>
                </a:lnTo>
                <a:close/>
              </a:path>
            </a:pathLst>
          </a:custGeom>
          <a:ln w="12192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90694" y="444246"/>
            <a:ext cx="40303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2585" indent="-3498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2585" algn="l"/>
              </a:tabLst>
            </a:pP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Faulty</a:t>
            </a:r>
            <a:r>
              <a:rPr sz="1800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1800" spc="-8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collection</a:t>
            </a:r>
            <a:r>
              <a:rPr sz="1800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libri"/>
                <a:cs typeface="Calibri"/>
              </a:rPr>
              <a:t>instruments</a:t>
            </a:r>
            <a:endParaRPr sz="1800">
              <a:latin typeface="Calibri"/>
              <a:cs typeface="Calibri"/>
            </a:endParaRPr>
          </a:p>
          <a:p>
            <a:pPr marL="362585" indent="-349885">
              <a:lnSpc>
                <a:spcPct val="100000"/>
              </a:lnSpc>
              <a:buFont typeface="Arial MT"/>
              <a:buChar char="•"/>
              <a:tabLst>
                <a:tab pos="362585" algn="l"/>
              </a:tabLst>
            </a:pP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Human</a:t>
            </a:r>
            <a:r>
              <a:rPr sz="18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or</a:t>
            </a:r>
            <a:r>
              <a:rPr sz="18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libri"/>
                <a:cs typeface="Calibri"/>
              </a:rPr>
              <a:t>computer</a:t>
            </a:r>
            <a:r>
              <a:rPr sz="18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error</a:t>
            </a:r>
            <a:r>
              <a:rPr sz="18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at</a:t>
            </a:r>
            <a:r>
              <a:rPr sz="1800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1800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libri"/>
                <a:cs typeface="Calibri"/>
              </a:rPr>
              <a:t>entry</a:t>
            </a:r>
            <a:endParaRPr sz="1800">
              <a:latin typeface="Calibri"/>
              <a:cs typeface="Calibri"/>
            </a:endParaRPr>
          </a:p>
          <a:p>
            <a:pPr marL="362585" indent="-349885">
              <a:lnSpc>
                <a:spcPct val="100000"/>
              </a:lnSpc>
              <a:buFont typeface="Arial MT"/>
              <a:buChar char="•"/>
              <a:tabLst>
                <a:tab pos="362585" algn="l"/>
              </a:tabLst>
            </a:pP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Errors</a:t>
            </a:r>
            <a:r>
              <a:rPr sz="1800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sz="1800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1800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libri"/>
                <a:cs typeface="Calibri"/>
              </a:rPr>
              <a:t>transmission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43264" y="6090867"/>
            <a:ext cx="17526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9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M 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3618" y="741425"/>
            <a:ext cx="44551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INCONSISTENT</a:t>
            </a:r>
            <a:r>
              <a:rPr spc="705" dirty="0"/>
              <a:t> </a:t>
            </a:r>
            <a:r>
              <a:rPr spc="-145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240" y="1685645"/>
            <a:ext cx="7185659" cy="4397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15399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600" b="1" spc="-20" dirty="0">
                <a:solidFill>
                  <a:srgbClr val="00AF50"/>
                </a:solidFill>
                <a:latin typeface="Calibri"/>
                <a:cs typeface="Calibri"/>
              </a:rPr>
              <a:t>DISCREPANCIES</a:t>
            </a:r>
            <a:r>
              <a:rPr sz="2600" b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IN</a:t>
            </a:r>
            <a:r>
              <a:rPr sz="2600" b="1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CODES</a:t>
            </a:r>
            <a:r>
              <a:rPr sz="26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OR</a:t>
            </a:r>
            <a:r>
              <a:rPr sz="2600" b="1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NAMES</a:t>
            </a:r>
            <a:r>
              <a:rPr sz="2600" b="1" spc="49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AF50"/>
                </a:solidFill>
                <a:latin typeface="Calibri"/>
                <a:cs typeface="Calibri"/>
              </a:rPr>
              <a:t>WHICH</a:t>
            </a:r>
            <a:r>
              <a:rPr sz="26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00AF50"/>
                </a:solidFill>
                <a:latin typeface="Calibri"/>
                <a:cs typeface="Calibri"/>
              </a:rPr>
              <a:t>ARE </a:t>
            </a:r>
            <a:r>
              <a:rPr sz="2600" b="1" spc="-10" dirty="0">
                <a:solidFill>
                  <a:srgbClr val="00AF50"/>
                </a:solidFill>
                <a:latin typeface="Calibri"/>
                <a:cs typeface="Calibri"/>
              </a:rPr>
              <a:t>INTERESTED.</a:t>
            </a:r>
            <a:endParaRPr sz="26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410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b="1" spc="-25" dirty="0">
                <a:latin typeface="Calibri"/>
                <a:cs typeface="Calibri"/>
              </a:rPr>
              <a:t>Ex:</a:t>
            </a:r>
            <a:endParaRPr sz="2200">
              <a:latin typeface="Calibri"/>
              <a:cs typeface="Calibri"/>
            </a:endParaRPr>
          </a:p>
          <a:p>
            <a:pPr marL="1015365" lvl="2" indent="-290830">
              <a:lnSpc>
                <a:spcPct val="100000"/>
              </a:lnSpc>
              <a:spcBef>
                <a:spcPts val="1490"/>
              </a:spcBef>
              <a:buClr>
                <a:srgbClr val="000000"/>
              </a:buClr>
              <a:buAutoNum type="arabicParenR"/>
              <a:tabLst>
                <a:tab pos="1015365" algn="l"/>
              </a:tabLst>
            </a:pP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Date</a:t>
            </a:r>
            <a:r>
              <a:rPr sz="22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Format</a:t>
            </a:r>
            <a:endParaRPr sz="2200">
              <a:latin typeface="Calibri"/>
              <a:cs typeface="Calibri"/>
            </a:endParaRPr>
          </a:p>
          <a:p>
            <a:pPr marL="1155065" lvl="3" indent="-227965">
              <a:lnSpc>
                <a:spcPct val="100000"/>
              </a:lnSpc>
              <a:spcBef>
                <a:spcPts val="1490"/>
              </a:spcBef>
              <a:buFont typeface="Arial MT"/>
              <a:buChar char="•"/>
              <a:tabLst>
                <a:tab pos="1155065" algn="l"/>
              </a:tabLst>
            </a:pP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India:</a:t>
            </a:r>
            <a:r>
              <a:rPr sz="2200" b="1" spc="4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DD/MM/YYYY</a:t>
            </a:r>
            <a:endParaRPr sz="2200">
              <a:latin typeface="Calibri"/>
              <a:cs typeface="Calibri"/>
            </a:endParaRPr>
          </a:p>
          <a:p>
            <a:pPr marL="1155065" lvl="3" indent="-227965">
              <a:lnSpc>
                <a:spcPct val="100000"/>
              </a:lnSpc>
              <a:spcBef>
                <a:spcPts val="1485"/>
              </a:spcBef>
              <a:buFont typeface="Arial MT"/>
              <a:buChar char="•"/>
              <a:tabLst>
                <a:tab pos="1155065" algn="l"/>
              </a:tabLst>
            </a:pP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Foreign</a:t>
            </a:r>
            <a:r>
              <a:rPr sz="22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FF0000"/>
                </a:solidFill>
                <a:latin typeface="Calibri"/>
                <a:cs typeface="Calibri"/>
              </a:rPr>
              <a:t>Countries:</a:t>
            </a:r>
            <a:r>
              <a:rPr sz="22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Calibri"/>
                <a:cs typeface="Calibri"/>
              </a:rPr>
              <a:t>MM/DD/YYYY</a:t>
            </a:r>
            <a:endParaRPr sz="2200">
              <a:latin typeface="Calibri"/>
              <a:cs typeface="Calibri"/>
            </a:endParaRPr>
          </a:p>
          <a:p>
            <a:pPr marL="1015365" lvl="2" indent="-290830">
              <a:lnSpc>
                <a:spcPct val="100000"/>
              </a:lnSpc>
              <a:spcBef>
                <a:spcPts val="1490"/>
              </a:spcBef>
              <a:buClr>
                <a:srgbClr val="000000"/>
              </a:buClr>
              <a:buAutoNum type="arabicParenR"/>
              <a:tabLst>
                <a:tab pos="1015365" algn="l"/>
              </a:tabLst>
            </a:pPr>
            <a:r>
              <a:rPr sz="2200" b="1" spc="-10" dirty="0">
                <a:solidFill>
                  <a:srgbClr val="6F2F9F"/>
                </a:solidFill>
                <a:latin typeface="Calibri"/>
                <a:cs typeface="Calibri"/>
              </a:rPr>
              <a:t>Ranking</a:t>
            </a:r>
            <a:endParaRPr sz="2200">
              <a:latin typeface="Calibri"/>
              <a:cs typeface="Calibri"/>
            </a:endParaRPr>
          </a:p>
          <a:p>
            <a:pPr marL="1155065" lvl="3" indent="-22796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1155065" algn="l"/>
              </a:tabLst>
            </a:pPr>
            <a:r>
              <a:rPr sz="2200" b="1" dirty="0">
                <a:solidFill>
                  <a:srgbClr val="6F2F9F"/>
                </a:solidFill>
                <a:latin typeface="Calibri"/>
                <a:cs typeface="Calibri"/>
              </a:rPr>
              <a:t>Earlier</a:t>
            </a:r>
            <a:r>
              <a:rPr sz="22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libri"/>
                <a:cs typeface="Calibri"/>
              </a:rPr>
              <a:t>used</a:t>
            </a:r>
            <a:r>
              <a:rPr sz="22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libri"/>
                <a:cs typeface="Calibri"/>
              </a:rPr>
              <a:t>1,</a:t>
            </a:r>
            <a:r>
              <a:rPr sz="22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libri"/>
                <a:cs typeface="Calibri"/>
              </a:rPr>
              <a:t>2,</a:t>
            </a:r>
            <a:r>
              <a:rPr sz="22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200" b="1" spc="-25" dirty="0">
                <a:solidFill>
                  <a:srgbClr val="6F2F9F"/>
                </a:solidFill>
                <a:latin typeface="Calibri"/>
                <a:cs typeface="Calibri"/>
              </a:rPr>
              <a:t>3,…</a:t>
            </a:r>
            <a:endParaRPr sz="2200">
              <a:latin typeface="Calibri"/>
              <a:cs typeface="Calibri"/>
            </a:endParaRPr>
          </a:p>
          <a:p>
            <a:pPr marL="1155065" lvl="3" indent="-227965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1155065" algn="l"/>
              </a:tabLst>
            </a:pPr>
            <a:r>
              <a:rPr sz="2200" b="1" dirty="0">
                <a:solidFill>
                  <a:srgbClr val="6F2F9F"/>
                </a:solidFill>
                <a:latin typeface="Calibri"/>
                <a:cs typeface="Calibri"/>
              </a:rPr>
              <a:t>Now</a:t>
            </a:r>
            <a:r>
              <a:rPr sz="22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libri"/>
                <a:cs typeface="Calibri"/>
              </a:rPr>
              <a:t>A,</a:t>
            </a:r>
            <a:r>
              <a:rPr sz="22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libri"/>
                <a:cs typeface="Calibri"/>
              </a:rPr>
              <a:t>B,</a:t>
            </a:r>
            <a:r>
              <a:rPr sz="2200" b="1" spc="4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6F2F9F"/>
                </a:solidFill>
                <a:latin typeface="Calibri"/>
                <a:cs typeface="Calibri"/>
              </a:rPr>
              <a:t>C,</a:t>
            </a:r>
            <a:r>
              <a:rPr sz="2200" b="1" spc="-25" dirty="0">
                <a:solidFill>
                  <a:srgbClr val="6F2F9F"/>
                </a:solidFill>
                <a:latin typeface="Calibri"/>
                <a:cs typeface="Calibri"/>
              </a:rPr>
              <a:t> ….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51476" y="748283"/>
            <a:ext cx="4177665" cy="699770"/>
          </a:xfrm>
          <a:custGeom>
            <a:avLst/>
            <a:gdLst/>
            <a:ahLst/>
            <a:cxnLst/>
            <a:rect l="l" t="t" r="r" b="b"/>
            <a:pathLst>
              <a:path w="4177665" h="699769">
                <a:moveTo>
                  <a:pt x="405384" y="116586"/>
                </a:moveTo>
                <a:lnTo>
                  <a:pt x="414545" y="71205"/>
                </a:lnTo>
                <a:lnTo>
                  <a:pt x="439531" y="34147"/>
                </a:lnTo>
                <a:lnTo>
                  <a:pt x="476589" y="9161"/>
                </a:lnTo>
                <a:lnTo>
                  <a:pt x="521970" y="0"/>
                </a:lnTo>
                <a:lnTo>
                  <a:pt x="1034034" y="0"/>
                </a:lnTo>
                <a:lnTo>
                  <a:pt x="1977008" y="0"/>
                </a:lnTo>
                <a:lnTo>
                  <a:pt x="4060698" y="0"/>
                </a:lnTo>
                <a:lnTo>
                  <a:pt x="4106078" y="9161"/>
                </a:lnTo>
                <a:lnTo>
                  <a:pt x="4143136" y="34147"/>
                </a:lnTo>
                <a:lnTo>
                  <a:pt x="4168122" y="71205"/>
                </a:lnTo>
                <a:lnTo>
                  <a:pt x="4177283" y="116586"/>
                </a:lnTo>
                <a:lnTo>
                  <a:pt x="4177283" y="291464"/>
                </a:lnTo>
                <a:lnTo>
                  <a:pt x="4177283" y="582929"/>
                </a:lnTo>
                <a:lnTo>
                  <a:pt x="4168122" y="628310"/>
                </a:lnTo>
                <a:lnTo>
                  <a:pt x="4143136" y="665368"/>
                </a:lnTo>
                <a:lnTo>
                  <a:pt x="4106078" y="690354"/>
                </a:lnTo>
                <a:lnTo>
                  <a:pt x="4060698" y="699515"/>
                </a:lnTo>
                <a:lnTo>
                  <a:pt x="1977008" y="699515"/>
                </a:lnTo>
                <a:lnTo>
                  <a:pt x="1034034" y="699515"/>
                </a:lnTo>
                <a:lnTo>
                  <a:pt x="521970" y="699515"/>
                </a:lnTo>
                <a:lnTo>
                  <a:pt x="476589" y="690354"/>
                </a:lnTo>
                <a:lnTo>
                  <a:pt x="439531" y="665368"/>
                </a:lnTo>
                <a:lnTo>
                  <a:pt x="414545" y="628310"/>
                </a:lnTo>
                <a:lnTo>
                  <a:pt x="405384" y="582929"/>
                </a:lnTo>
                <a:lnTo>
                  <a:pt x="405384" y="291464"/>
                </a:lnTo>
                <a:lnTo>
                  <a:pt x="0" y="311530"/>
                </a:lnTo>
                <a:lnTo>
                  <a:pt x="405384" y="116586"/>
                </a:lnTo>
                <a:close/>
              </a:path>
            </a:pathLst>
          </a:custGeom>
          <a:ln w="12192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70016" y="795654"/>
            <a:ext cx="332930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7020" algn="l"/>
              </a:tabLst>
            </a:pPr>
            <a:r>
              <a:rPr sz="1800" spc="-10" dirty="0">
                <a:solidFill>
                  <a:srgbClr val="FF0066"/>
                </a:solidFill>
                <a:latin typeface="Calibri"/>
                <a:cs typeface="Calibri"/>
              </a:rPr>
              <a:t>Different</a:t>
            </a:r>
            <a:r>
              <a:rPr sz="1800" spc="-7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66"/>
                </a:solidFill>
                <a:latin typeface="Calibri"/>
                <a:cs typeface="Calibri"/>
              </a:rPr>
              <a:t>data</a:t>
            </a:r>
            <a:r>
              <a:rPr sz="1800" spc="-8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66"/>
                </a:solidFill>
                <a:latin typeface="Calibri"/>
                <a:cs typeface="Calibri"/>
              </a:rPr>
              <a:t>sources</a:t>
            </a:r>
            <a:endParaRPr sz="180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buFont typeface="Arial MT"/>
              <a:buChar char="•"/>
              <a:tabLst>
                <a:tab pos="287020" algn="l"/>
              </a:tabLst>
            </a:pPr>
            <a:r>
              <a:rPr sz="1800" dirty="0">
                <a:solidFill>
                  <a:srgbClr val="FF0066"/>
                </a:solidFill>
                <a:latin typeface="Calibri"/>
                <a:cs typeface="Calibri"/>
              </a:rPr>
              <a:t>Functional</a:t>
            </a:r>
            <a:r>
              <a:rPr sz="1800" spc="-20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66"/>
                </a:solidFill>
                <a:latin typeface="Calibri"/>
                <a:cs typeface="Calibri"/>
              </a:rPr>
              <a:t>dependency</a:t>
            </a:r>
            <a:r>
              <a:rPr sz="1800" spc="-25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66"/>
                </a:solidFill>
                <a:latin typeface="Calibri"/>
                <a:cs typeface="Calibri"/>
              </a:rPr>
              <a:t>violation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43264" y="6090867"/>
            <a:ext cx="17526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9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M 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7857" rIns="0" bIns="0" rtlCol="0">
            <a:spAutoFit/>
          </a:bodyPr>
          <a:lstStyle/>
          <a:p>
            <a:pPr marL="1440815">
              <a:lnSpc>
                <a:spcPct val="100000"/>
              </a:lnSpc>
              <a:spcBef>
                <a:spcPts val="105"/>
              </a:spcBef>
            </a:pPr>
            <a:r>
              <a:rPr sz="4400" spc="-195" dirty="0"/>
              <a:t>DATA</a:t>
            </a:r>
            <a:r>
              <a:rPr sz="4400" spc="-45" dirty="0"/>
              <a:t> </a:t>
            </a:r>
            <a:r>
              <a:rPr sz="4400" spc="-35" dirty="0"/>
              <a:t>INTEGRATION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8843264" y="6090867"/>
            <a:ext cx="17526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9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M 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97840" y="1509941"/>
            <a:ext cx="7900034" cy="390461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869"/>
              </a:spcBef>
              <a:buFont typeface="Arial MT"/>
              <a:buChar char="•"/>
              <a:tabLst>
                <a:tab pos="393065" algn="l"/>
              </a:tabLst>
            </a:pPr>
            <a:r>
              <a:rPr sz="3200" spc="-135" dirty="0">
                <a:latin typeface="Calibri"/>
                <a:cs typeface="Calibri"/>
              </a:rPr>
              <a:t>DATA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COLLECTED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FROM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MULTIPLE</a:t>
            </a:r>
            <a:r>
              <a:rPr sz="32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SOURCES.</a:t>
            </a:r>
            <a:endParaRPr sz="3200">
              <a:latin typeface="Calibri"/>
              <a:cs typeface="Calibri"/>
            </a:endParaRPr>
          </a:p>
          <a:p>
            <a:pPr marL="3930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93065" algn="l"/>
              </a:tabLst>
            </a:pPr>
            <a:r>
              <a:rPr sz="3200" b="1" spc="-20" dirty="0">
                <a:solidFill>
                  <a:srgbClr val="006FC0"/>
                </a:solidFill>
                <a:latin typeface="Calibri"/>
                <a:cs typeface="Calibri"/>
              </a:rPr>
              <a:t>TEMPERATURE</a:t>
            </a:r>
            <a:r>
              <a:rPr sz="3200" b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6FC0"/>
                </a:solidFill>
                <a:latin typeface="Calibri"/>
                <a:cs typeface="Calibri"/>
              </a:rPr>
              <a:t>PREDICTION</a:t>
            </a:r>
            <a:endParaRPr sz="3200">
              <a:latin typeface="Calibri"/>
              <a:cs typeface="Calibri"/>
            </a:endParaRPr>
          </a:p>
          <a:p>
            <a:pPr marL="793750" lvl="1" indent="-28575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93750" algn="l"/>
                <a:tab pos="2631440" algn="l"/>
              </a:tabLst>
            </a:pPr>
            <a:r>
              <a:rPr sz="2800" b="1" spc="-10" dirty="0">
                <a:solidFill>
                  <a:srgbClr val="006FC0"/>
                </a:solidFill>
                <a:latin typeface="Calibri"/>
                <a:cs typeface="Calibri"/>
              </a:rPr>
              <a:t>Fahrenheit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800" b="1" spc="-20" dirty="0">
                <a:solidFill>
                  <a:srgbClr val="006FC0"/>
                </a:solidFill>
                <a:latin typeface="Calibri"/>
                <a:cs typeface="Calibri"/>
              </a:rPr>
              <a:t>(</a:t>
            </a:r>
            <a:r>
              <a:rPr sz="2775" b="1" spc="-30" baseline="25525" dirty="0">
                <a:solidFill>
                  <a:srgbClr val="006FC0"/>
                </a:solidFill>
                <a:latin typeface="Calibri"/>
                <a:cs typeface="Calibri"/>
              </a:rPr>
              <a:t>o</a:t>
            </a:r>
            <a:r>
              <a:rPr sz="2800" b="1" spc="-20" dirty="0">
                <a:solidFill>
                  <a:srgbClr val="006FC0"/>
                </a:solidFill>
                <a:latin typeface="Calibri"/>
                <a:cs typeface="Calibri"/>
              </a:rPr>
              <a:t>F)</a:t>
            </a:r>
            <a:endParaRPr sz="2800">
              <a:latin typeface="Calibri"/>
              <a:cs typeface="Calibri"/>
            </a:endParaRPr>
          </a:p>
          <a:p>
            <a:pPr marL="793750" lvl="1" indent="-28575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93750" algn="l"/>
                <a:tab pos="2294255" algn="l"/>
              </a:tabLst>
            </a:pPr>
            <a:r>
              <a:rPr sz="2800" b="1" spc="-10" dirty="0">
                <a:solidFill>
                  <a:srgbClr val="006FC0"/>
                </a:solidFill>
                <a:latin typeface="Calibri"/>
                <a:cs typeface="Calibri"/>
              </a:rPr>
              <a:t>Celsius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800" b="1" spc="-20" dirty="0">
                <a:solidFill>
                  <a:srgbClr val="006FC0"/>
                </a:solidFill>
                <a:latin typeface="Calibri"/>
                <a:cs typeface="Calibri"/>
              </a:rPr>
              <a:t>(</a:t>
            </a:r>
            <a:r>
              <a:rPr sz="2775" b="1" spc="-30" baseline="25525" dirty="0">
                <a:solidFill>
                  <a:srgbClr val="006FC0"/>
                </a:solidFill>
                <a:latin typeface="Calibri"/>
                <a:cs typeface="Calibri"/>
              </a:rPr>
              <a:t>o</a:t>
            </a:r>
            <a:r>
              <a:rPr sz="2800" b="1" spc="-20" dirty="0">
                <a:solidFill>
                  <a:srgbClr val="006FC0"/>
                </a:solidFill>
                <a:latin typeface="Calibri"/>
                <a:cs typeface="Calibri"/>
              </a:rPr>
              <a:t>C)</a:t>
            </a:r>
            <a:endParaRPr sz="2800">
              <a:latin typeface="Calibri"/>
              <a:cs typeface="Calibri"/>
            </a:endParaRPr>
          </a:p>
          <a:p>
            <a:pPr marL="793750" lvl="1" indent="-28575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93750" algn="l"/>
                <a:tab pos="2018664" algn="l"/>
              </a:tabLst>
            </a:pPr>
            <a:r>
              <a:rPr sz="2800" b="1" spc="-10" dirty="0">
                <a:solidFill>
                  <a:srgbClr val="006FC0"/>
                </a:solidFill>
                <a:latin typeface="Calibri"/>
                <a:cs typeface="Calibri"/>
              </a:rPr>
              <a:t>Kelvin</a:t>
            </a:r>
            <a:r>
              <a:rPr sz="2800" b="1" dirty="0">
                <a:solidFill>
                  <a:srgbClr val="006FC0"/>
                </a:solidFill>
                <a:latin typeface="Calibri"/>
                <a:cs typeface="Calibri"/>
              </a:rPr>
              <a:t>	</a:t>
            </a:r>
            <a:r>
              <a:rPr sz="2800" b="1" spc="-25" dirty="0">
                <a:solidFill>
                  <a:srgbClr val="006FC0"/>
                </a:solidFill>
                <a:latin typeface="Calibri"/>
                <a:cs typeface="Calibri"/>
              </a:rPr>
              <a:t>(K)</a:t>
            </a:r>
            <a:endParaRPr sz="2800">
              <a:latin typeface="Calibri"/>
              <a:cs typeface="Calibri"/>
            </a:endParaRPr>
          </a:p>
          <a:p>
            <a:pPr marL="393065" indent="-3422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93065" algn="l"/>
              </a:tabLst>
            </a:pPr>
            <a:r>
              <a:rPr sz="3200" dirty="0">
                <a:latin typeface="Calibri"/>
                <a:cs typeface="Calibri"/>
              </a:rPr>
              <a:t>We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have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different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formats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measure.</a:t>
            </a:r>
            <a:endParaRPr sz="3200">
              <a:latin typeface="Calibri"/>
              <a:cs typeface="Calibri"/>
            </a:endParaRPr>
          </a:p>
          <a:p>
            <a:pPr marL="393065" indent="-3422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93065" algn="l"/>
              </a:tabLst>
            </a:pPr>
            <a:r>
              <a:rPr sz="3200" spc="-10" dirty="0">
                <a:latin typeface="Calibri"/>
                <a:cs typeface="Calibri"/>
              </a:rPr>
              <a:t>Converted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into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unique</a:t>
            </a:r>
            <a:r>
              <a:rPr sz="32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representation.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1540" rIns="0" bIns="0" rtlCol="0">
            <a:spAutoFit/>
          </a:bodyPr>
          <a:lstStyle/>
          <a:p>
            <a:pPr marL="2187575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-155" dirty="0"/>
              <a:t> </a:t>
            </a:r>
            <a:r>
              <a:rPr spc="-10" dirty="0"/>
              <a:t>Selection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43264" y="6090867"/>
            <a:ext cx="17526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9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M 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8177"/>
            <a:ext cx="7311390" cy="267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b="1" dirty="0">
                <a:latin typeface="Calibri"/>
                <a:cs typeface="Calibri"/>
              </a:rPr>
              <a:t>Selection</a:t>
            </a:r>
            <a:r>
              <a:rPr sz="3000" b="1" spc="-7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of</a:t>
            </a:r>
            <a:r>
              <a:rPr sz="3000" b="1" spc="-60" dirty="0"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Calibri"/>
                <a:cs typeface="Calibri"/>
              </a:rPr>
              <a:t>Appropriate</a:t>
            </a:r>
            <a:r>
              <a:rPr sz="30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Data/</a:t>
            </a:r>
            <a:r>
              <a:rPr sz="30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Calibri"/>
                <a:cs typeface="Calibri"/>
              </a:rPr>
              <a:t>Attributes</a:t>
            </a:r>
            <a:r>
              <a:rPr sz="30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spc="-25" dirty="0">
                <a:latin typeface="Calibri"/>
                <a:cs typeface="Calibri"/>
              </a:rPr>
              <a:t>to </a:t>
            </a:r>
            <a:r>
              <a:rPr sz="3000" b="1" spc="-10" dirty="0">
                <a:latin typeface="Calibri"/>
                <a:cs typeface="Calibri"/>
              </a:rPr>
              <a:t>retrieve</a:t>
            </a:r>
            <a:r>
              <a:rPr sz="3000" b="1" spc="-13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interested</a:t>
            </a:r>
            <a:r>
              <a:rPr sz="3000" b="1" spc="-12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patterns.</a:t>
            </a:r>
            <a:endParaRPr sz="3000">
              <a:latin typeface="Calibri"/>
              <a:cs typeface="Calibri"/>
            </a:endParaRPr>
          </a:p>
          <a:p>
            <a:pPr marL="756285" marR="121920" indent="-287020">
              <a:lnSpc>
                <a:spcPct val="150100"/>
              </a:lnSpc>
              <a:spcBef>
                <a:spcPts val="720"/>
              </a:spcBef>
            </a:pPr>
            <a:r>
              <a:rPr sz="2600" dirty="0">
                <a:solidFill>
                  <a:srgbClr val="006FC0"/>
                </a:solidFill>
                <a:latin typeface="Arial MT"/>
                <a:cs typeface="Arial MT"/>
              </a:rPr>
              <a:t>–</a:t>
            </a:r>
            <a:r>
              <a:rPr sz="2600" spc="35" dirty="0">
                <a:solidFill>
                  <a:srgbClr val="006FC0"/>
                </a:solidFill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006FC0"/>
                </a:solidFill>
                <a:latin typeface="Calibri"/>
                <a:cs typeface="Calibri"/>
              </a:rPr>
              <a:t>Ex:</a:t>
            </a:r>
            <a:r>
              <a:rPr sz="26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26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6FC0"/>
                </a:solidFill>
                <a:latin typeface="Calibri"/>
                <a:cs typeface="Calibri"/>
              </a:rPr>
              <a:t>have</a:t>
            </a:r>
            <a:r>
              <a:rPr sz="26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6FC0"/>
                </a:solidFill>
                <a:latin typeface="Calibri"/>
                <a:cs typeface="Calibri"/>
              </a:rPr>
              <a:t>sales</a:t>
            </a:r>
            <a:r>
              <a:rPr sz="26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26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6FC0"/>
                </a:solidFill>
                <a:latin typeface="Calibri"/>
                <a:cs typeface="Calibri"/>
              </a:rPr>
              <a:t>Base.</a:t>
            </a:r>
            <a:r>
              <a:rPr sz="26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6FC0"/>
                </a:solidFill>
                <a:latin typeface="Calibri"/>
                <a:cs typeface="Calibri"/>
              </a:rPr>
              <a:t>If</a:t>
            </a:r>
            <a:r>
              <a:rPr sz="26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sz="26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6FC0"/>
                </a:solidFill>
                <a:latin typeface="Calibri"/>
                <a:cs typeface="Calibri"/>
              </a:rPr>
              <a:t>try</a:t>
            </a:r>
            <a:r>
              <a:rPr sz="26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26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6FC0"/>
                </a:solidFill>
                <a:latin typeface="Calibri"/>
                <a:cs typeface="Calibri"/>
              </a:rPr>
              <a:t>get</a:t>
            </a:r>
            <a:r>
              <a:rPr sz="26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MARKS </a:t>
            </a:r>
            <a:r>
              <a:rPr sz="2600" b="1" spc="-25" dirty="0">
                <a:solidFill>
                  <a:srgbClr val="006FC0"/>
                </a:solidFill>
                <a:latin typeface="Calibri"/>
                <a:cs typeface="Calibri"/>
              </a:rPr>
              <a:t>VALUES.</a:t>
            </a:r>
            <a:r>
              <a:rPr sz="2600" b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6FC0"/>
                </a:solidFill>
                <a:latin typeface="Calibri"/>
                <a:cs typeface="Calibri"/>
              </a:rPr>
              <a:t>It</a:t>
            </a:r>
            <a:r>
              <a:rPr sz="26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6FC0"/>
                </a:solidFill>
                <a:latin typeface="Calibri"/>
                <a:cs typeface="Calibri"/>
              </a:rPr>
              <a:t>doesn’t</a:t>
            </a:r>
            <a:r>
              <a:rPr sz="26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6FC0"/>
                </a:solidFill>
                <a:latin typeface="Calibri"/>
                <a:cs typeface="Calibri"/>
              </a:rPr>
              <a:t>Provide.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1540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95"/>
              </a:spcBef>
            </a:pPr>
            <a:r>
              <a:rPr spc="-195" dirty="0"/>
              <a:t>DATA</a:t>
            </a:r>
            <a:r>
              <a:rPr spc="-20" dirty="0"/>
              <a:t> </a:t>
            </a:r>
            <a:r>
              <a:rPr spc="-10" dirty="0"/>
              <a:t>REDUCTION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43264" y="6090867"/>
            <a:ext cx="17526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9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M 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0980"/>
            <a:ext cx="7275830" cy="376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6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large</a:t>
            </a:r>
            <a:r>
              <a:rPr sz="26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volumes</a:t>
            </a:r>
            <a:r>
              <a:rPr sz="26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6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26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6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reduced</a:t>
            </a:r>
            <a:r>
              <a:rPr sz="26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into</a:t>
            </a:r>
            <a:r>
              <a:rPr sz="26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different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smaller</a:t>
            </a:r>
            <a:r>
              <a:rPr sz="26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chunks.</a:t>
            </a:r>
            <a:endParaRPr sz="260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spcBef>
                <a:spcPts val="2185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b="1" spc="-10" dirty="0">
                <a:latin typeface="Calibri"/>
                <a:cs typeface="Calibri"/>
              </a:rPr>
              <a:t>MULTIDIMENSIONAL</a:t>
            </a:r>
            <a:r>
              <a:rPr sz="2600" b="1" spc="-90" dirty="0">
                <a:latin typeface="Calibri"/>
                <a:cs typeface="Calibri"/>
              </a:rPr>
              <a:t> </a:t>
            </a:r>
            <a:r>
              <a:rPr sz="2600" b="1" spc="-125" dirty="0">
                <a:latin typeface="Calibri"/>
                <a:cs typeface="Calibri"/>
              </a:rPr>
              <a:t>DATA</a:t>
            </a:r>
            <a:r>
              <a:rPr sz="2600" b="1" spc="-20" dirty="0">
                <a:latin typeface="Calibri"/>
                <a:cs typeface="Calibri"/>
              </a:rPr>
              <a:t> INTO</a:t>
            </a:r>
            <a:endParaRPr sz="26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60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b="1" dirty="0">
                <a:latin typeface="Calibri"/>
                <a:cs typeface="Calibri"/>
              </a:rPr>
              <a:t>1D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20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b="1" dirty="0">
                <a:latin typeface="Calibri"/>
                <a:cs typeface="Calibri"/>
              </a:rPr>
              <a:t>2D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14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b="1" dirty="0">
                <a:latin typeface="Calibri"/>
                <a:cs typeface="Calibri"/>
              </a:rPr>
              <a:t>3D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639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95"/>
              </a:spcBef>
            </a:pPr>
            <a:r>
              <a:rPr spc="-195" dirty="0"/>
              <a:t>DATA</a:t>
            </a:r>
            <a:r>
              <a:rPr spc="-20" dirty="0"/>
              <a:t> </a:t>
            </a:r>
            <a:r>
              <a:rPr spc="-10" dirty="0"/>
              <a:t>REDUCTION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58137"/>
            <a:ext cx="4243070" cy="33547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indent="-3416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330" algn="l"/>
              </a:tabLst>
            </a:pPr>
            <a:r>
              <a:rPr sz="2800" b="1" dirty="0">
                <a:latin typeface="Calibri"/>
                <a:cs typeface="Calibri"/>
              </a:rPr>
              <a:t>1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year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into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Q1,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Q2,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Q3,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Q4</a:t>
            </a:r>
            <a:endParaRPr sz="280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330" algn="l"/>
              </a:tabLst>
            </a:pPr>
            <a:r>
              <a:rPr sz="2800" b="1" dirty="0">
                <a:latin typeface="Calibri"/>
                <a:cs typeface="Calibri"/>
              </a:rPr>
              <a:t>Q1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into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66"/>
                </a:solidFill>
                <a:latin typeface="Calibri"/>
                <a:cs typeface="Calibri"/>
              </a:rPr>
              <a:t>M1,</a:t>
            </a:r>
            <a:r>
              <a:rPr sz="2800" b="1" spc="-25" dirty="0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M2,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M3</a:t>
            </a:r>
            <a:endParaRPr sz="280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330" algn="l"/>
              </a:tabLst>
            </a:pPr>
            <a:r>
              <a:rPr sz="2800" b="1" dirty="0">
                <a:latin typeface="Calibri"/>
                <a:cs typeface="Calibri"/>
              </a:rPr>
              <a:t>Q2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into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M4,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M5,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M6</a:t>
            </a:r>
            <a:endParaRPr sz="280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330" algn="l"/>
              </a:tabLst>
            </a:pPr>
            <a:r>
              <a:rPr sz="2800" b="1" dirty="0">
                <a:latin typeface="Calibri"/>
                <a:cs typeface="Calibri"/>
              </a:rPr>
              <a:t>Q3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into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M7,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M8,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M9</a:t>
            </a:r>
            <a:endParaRPr sz="2800">
              <a:latin typeface="Calibri"/>
              <a:cs typeface="Calibri"/>
            </a:endParaRPr>
          </a:p>
          <a:p>
            <a:pPr marL="354330" indent="-341630">
              <a:lnSpc>
                <a:spcPct val="100000"/>
              </a:lnSpc>
              <a:spcBef>
                <a:spcPts val="2350"/>
              </a:spcBef>
              <a:buFont typeface="Arial MT"/>
              <a:buChar char="•"/>
              <a:tabLst>
                <a:tab pos="354330" algn="l"/>
              </a:tabLst>
            </a:pPr>
            <a:r>
              <a:rPr sz="2800" b="1" dirty="0">
                <a:latin typeface="Calibri"/>
                <a:cs typeface="Calibri"/>
              </a:rPr>
              <a:t>Q4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into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M10,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M11,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M12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73629" y="2386457"/>
            <a:ext cx="3647440" cy="215900"/>
          </a:xfrm>
          <a:custGeom>
            <a:avLst/>
            <a:gdLst/>
            <a:ahLst/>
            <a:cxnLst/>
            <a:rect l="l" t="t" r="r" b="b"/>
            <a:pathLst>
              <a:path w="3647440" h="215900">
                <a:moveTo>
                  <a:pt x="3647058" y="104012"/>
                </a:moveTo>
                <a:lnTo>
                  <a:pt x="298831" y="0"/>
                </a:lnTo>
                <a:lnTo>
                  <a:pt x="0" y="215518"/>
                </a:lnTo>
              </a:path>
            </a:pathLst>
          </a:custGeom>
          <a:ln w="1524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68059" y="2313178"/>
            <a:ext cx="2495550" cy="1074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into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E36C09"/>
                </a:solidFill>
                <a:latin typeface="Arial"/>
                <a:cs typeface="Arial"/>
              </a:rPr>
              <a:t>W1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,</a:t>
            </a:r>
            <a:r>
              <a:rPr sz="18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W2,</a:t>
            </a:r>
            <a:r>
              <a:rPr sz="18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FF"/>
                </a:solidFill>
                <a:latin typeface="Arial"/>
                <a:cs typeface="Arial"/>
              </a:rPr>
              <a:t>W3, </a:t>
            </a:r>
            <a:r>
              <a:rPr sz="1800" b="1" spc="-25" dirty="0">
                <a:solidFill>
                  <a:srgbClr val="0000FF"/>
                </a:solidFill>
                <a:latin typeface="Arial"/>
                <a:cs typeface="Arial"/>
              </a:rPr>
              <a:t>W4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64"/>
              </a:spcBef>
            </a:pPr>
            <a:endParaRPr sz="1800">
              <a:latin typeface="Arial"/>
              <a:cs typeface="Arial"/>
            </a:endParaRPr>
          </a:p>
          <a:p>
            <a:pPr marL="57721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into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99CC"/>
                </a:solidFill>
                <a:latin typeface="Arial"/>
                <a:cs typeface="Arial"/>
              </a:rPr>
              <a:t>D1,</a:t>
            </a:r>
            <a:r>
              <a:rPr sz="1800" b="1" spc="-1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99CC"/>
                </a:solidFill>
                <a:latin typeface="Arial"/>
                <a:cs typeface="Arial"/>
              </a:rPr>
              <a:t>D2,</a:t>
            </a:r>
            <a:r>
              <a:rPr sz="1800" b="1" spc="-1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0099CC"/>
                </a:solidFill>
                <a:latin typeface="Arial"/>
                <a:cs typeface="Arial"/>
              </a:rPr>
              <a:t>….D7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81800" y="2651760"/>
            <a:ext cx="304800" cy="408305"/>
          </a:xfrm>
          <a:custGeom>
            <a:avLst/>
            <a:gdLst/>
            <a:ahLst/>
            <a:cxnLst/>
            <a:rect l="l" t="t" r="r" b="b"/>
            <a:pathLst>
              <a:path w="304800" h="408305">
                <a:moveTo>
                  <a:pt x="0" y="0"/>
                </a:moveTo>
                <a:lnTo>
                  <a:pt x="304800" y="408050"/>
                </a:lnTo>
              </a:path>
            </a:pathLst>
          </a:custGeom>
          <a:ln w="9144">
            <a:solidFill>
              <a:srgbClr val="E36C0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843264" y="6090867"/>
            <a:ext cx="17526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9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M 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22272" y="327406"/>
            <a:ext cx="64719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Why</a:t>
            </a:r>
            <a:r>
              <a:rPr sz="3200" spc="-75" dirty="0"/>
              <a:t> </a:t>
            </a:r>
            <a:r>
              <a:rPr sz="3200" dirty="0"/>
              <a:t>Is</a:t>
            </a:r>
            <a:r>
              <a:rPr sz="3200" spc="-75" dirty="0"/>
              <a:t> </a:t>
            </a:r>
            <a:r>
              <a:rPr sz="3200" dirty="0"/>
              <a:t>Data</a:t>
            </a:r>
            <a:r>
              <a:rPr sz="3200" spc="-75" dirty="0"/>
              <a:t> </a:t>
            </a:r>
            <a:r>
              <a:rPr sz="3200" dirty="0"/>
              <a:t>Preprocessing</a:t>
            </a:r>
            <a:r>
              <a:rPr sz="3200" spc="-80" dirty="0"/>
              <a:t> </a:t>
            </a:r>
            <a:r>
              <a:rPr sz="3200" spc="-10" dirty="0"/>
              <a:t>Important?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8843264" y="6090867"/>
            <a:ext cx="17526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9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M 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27211" y="6465214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1206753"/>
            <a:ext cx="7781925" cy="433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r>
              <a:rPr sz="24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quality</a:t>
            </a: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data,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quality</a:t>
            </a:r>
            <a:r>
              <a:rPr sz="24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mining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results!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014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Quality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decisions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quality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1153795" marR="726440" lvl="2" indent="-226695">
              <a:lnSpc>
                <a:spcPct val="150000"/>
              </a:lnSpc>
              <a:spcBef>
                <a:spcPts val="580"/>
              </a:spcBef>
              <a:buFont typeface="Arial MT"/>
              <a:buChar char="•"/>
              <a:tabLst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Ex: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duplicate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missing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cause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incorrect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even 	</a:t>
            </a:r>
            <a:r>
              <a:rPr sz="2000" dirty="0">
                <a:latin typeface="Calibri"/>
                <a:cs typeface="Calibri"/>
              </a:rPr>
              <a:t>misleading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statistics.</a:t>
            </a:r>
            <a:endParaRPr sz="2000">
              <a:latin typeface="Calibri"/>
              <a:cs typeface="Calibri"/>
            </a:endParaRPr>
          </a:p>
          <a:p>
            <a:pPr marL="754380" marR="98425" lvl="1" indent="-285115">
              <a:lnSpc>
                <a:spcPct val="15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warehouse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consistent</a:t>
            </a:r>
            <a:r>
              <a:rPr sz="24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integration</a:t>
            </a:r>
            <a:r>
              <a:rPr sz="2400" b="1" spc="-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2400" b="1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AF50"/>
                </a:solidFill>
                <a:latin typeface="Calibri"/>
                <a:cs typeface="Calibri"/>
              </a:rPr>
              <a:t>quality 	</a:t>
            </a:r>
            <a:r>
              <a:rPr sz="2400" b="1" spc="-20" dirty="0">
                <a:solidFill>
                  <a:srgbClr val="00AF50"/>
                </a:solidFill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014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extraction,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cleaning,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transformation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comprises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Calibri"/>
                <a:cs typeface="Calibri"/>
              </a:rPr>
              <a:t>majority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building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warehouse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56182" y="250647"/>
            <a:ext cx="73945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Multi-</a:t>
            </a:r>
            <a:r>
              <a:rPr sz="3200" dirty="0"/>
              <a:t>Dimensional</a:t>
            </a:r>
            <a:r>
              <a:rPr sz="3200" spc="-80" dirty="0"/>
              <a:t> </a:t>
            </a:r>
            <a:r>
              <a:rPr sz="3200" dirty="0"/>
              <a:t>Measure</a:t>
            </a:r>
            <a:r>
              <a:rPr sz="3200" spc="-65" dirty="0"/>
              <a:t> </a:t>
            </a:r>
            <a:r>
              <a:rPr sz="3200" dirty="0"/>
              <a:t>of</a:t>
            </a:r>
            <a:r>
              <a:rPr sz="3200" spc="-45" dirty="0"/>
              <a:t> </a:t>
            </a:r>
            <a:r>
              <a:rPr sz="3200" dirty="0"/>
              <a:t>Data</a:t>
            </a:r>
            <a:r>
              <a:rPr sz="3200" spc="-70" dirty="0"/>
              <a:t> </a:t>
            </a:r>
            <a:r>
              <a:rPr sz="3200" spc="-10" dirty="0"/>
              <a:t>Quality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8843264" y="6090867"/>
            <a:ext cx="175260" cy="64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9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M 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6212480"/>
            <a:ext cx="709549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755"/>
              </a:lnSpc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Calibri"/>
                <a:cs typeface="Calibri"/>
              </a:rPr>
              <a:t>Intrinsic,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contextual,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representational,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 smtClean="0">
                <a:latin typeface="Calibri"/>
                <a:cs typeface="Calibri"/>
              </a:rPr>
              <a:t>accessibility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27211" y="6465214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714882"/>
            <a:ext cx="5288915" cy="533019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9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well-</a:t>
            </a:r>
            <a:r>
              <a:rPr sz="2400" dirty="0">
                <a:latin typeface="Calibri"/>
                <a:cs typeface="Calibri"/>
              </a:rPr>
              <a:t>accepted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multidimensional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view: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1295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spc="-10" dirty="0">
                <a:latin typeface="Calibri"/>
                <a:cs typeface="Calibri"/>
              </a:rPr>
              <a:t>Accuracy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1300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spc="-10" dirty="0">
                <a:latin typeface="Calibri"/>
                <a:cs typeface="Calibri"/>
              </a:rPr>
              <a:t>Completeness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1295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spc="-10" dirty="0">
                <a:latin typeface="Calibri"/>
                <a:cs typeface="Calibri"/>
              </a:rPr>
              <a:t>Consistency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1295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spc="-10" dirty="0">
                <a:latin typeface="Calibri"/>
                <a:cs typeface="Calibri"/>
              </a:rPr>
              <a:t>Timeliness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1300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spc="-10" dirty="0">
                <a:latin typeface="Calibri"/>
                <a:cs typeface="Calibri"/>
              </a:rPr>
              <a:t>Believability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1295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spc="-20" dirty="0">
                <a:latin typeface="Calibri"/>
                <a:cs typeface="Calibri"/>
              </a:rPr>
              <a:t>Value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added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1295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spc="-10" dirty="0">
                <a:latin typeface="Calibri"/>
                <a:cs typeface="Calibri"/>
              </a:rPr>
              <a:t>Interpretability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1300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spc="-10" dirty="0">
                <a:latin typeface="Calibri"/>
                <a:cs typeface="Calibri"/>
              </a:rPr>
              <a:t>Accessibility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Broad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categories: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628</Words>
  <Application>Microsoft Office PowerPoint</Application>
  <PresentationFormat>On-screen Show (4:3)</PresentationFormat>
  <Paragraphs>198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MT</vt:lpstr>
      <vt:lpstr>Calibri</vt:lpstr>
      <vt:lpstr>Times New Roman</vt:lpstr>
      <vt:lpstr>Office Theme</vt:lpstr>
      <vt:lpstr>Data Preprocessing</vt:lpstr>
      <vt:lpstr>ARTIFICIAL INTELLIGENCE</vt:lpstr>
      <vt:lpstr>What is data?</vt:lpstr>
      <vt:lpstr>Database Vs Data Warehouse Vs Data Mart</vt:lpstr>
      <vt:lpstr>What you can see?</vt:lpstr>
      <vt:lpstr>What you can see?</vt:lpstr>
      <vt:lpstr>What is Data Preprocessing?</vt:lpstr>
      <vt:lpstr>Contents</vt:lpstr>
      <vt:lpstr>Why Preprocess the data?</vt:lpstr>
      <vt:lpstr>Major Tasks in Data Preprocessing</vt:lpstr>
      <vt:lpstr>DATA CLEANING</vt:lpstr>
      <vt:lpstr>PowerPoint Presentation</vt:lpstr>
      <vt:lpstr>NOISY DATA</vt:lpstr>
      <vt:lpstr>INCONSISTENT DATA</vt:lpstr>
      <vt:lpstr>DATA INTEGRATION</vt:lpstr>
      <vt:lpstr>Data Selection</vt:lpstr>
      <vt:lpstr>DATA REDUCTION</vt:lpstr>
      <vt:lpstr>DATA REDUCTION</vt:lpstr>
      <vt:lpstr>Why Is Data Preprocessing Important?</vt:lpstr>
      <vt:lpstr>Multi-Dimensional Measure of Data Quality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student</dc:creator>
  <cp:lastModifiedBy>Prakash</cp:lastModifiedBy>
  <cp:revision>1</cp:revision>
  <dcterms:created xsi:type="dcterms:W3CDTF">2026-06-09T13:51:59Z</dcterms:created>
  <dcterms:modified xsi:type="dcterms:W3CDTF">2026-06-09T13:54:11Z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2025-07-03T00:00:00Z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2026-06-09T00:00:00Z</vt:filetime>
  </property>
  <property fmtid="{D5CDD505-2E9C-101B-9397-08002B2CF9AE}" pid="6" name="Producer">
    <vt:lpwstr>Microsoft® PowerPoint® 2019</vt:lpwstr>
  </property>
</Properties>
</file>